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onewin202602/items/e0cc8ca5f2c8449dcbf7" TargetMode="External"/><Relationship Id="rId3" Type="http://schemas.openxmlformats.org/officeDocument/2006/relationships/hyperlink" Target="https://qiita.com/bluetalk/items/8e5316e5644a596f3f9e" TargetMode="External"/><Relationship Id="rId4" Type="http://schemas.openxmlformats.org/officeDocument/2006/relationships/hyperlink" Target="https://zenn.dev/erenoa6622/articles/mutation-test-false-green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y_yoko/items/831e013a600b8d91ac44" TargetMode="External"/><Relationship Id="rId3" Type="http://schemas.openxmlformats.org/officeDocument/2006/relationships/hyperlink" Target="https://terrytao.wordpress.com/2014/02/04/finite-time-blowup-for-an-averaged-three-dimensional-navier-stokes-equation/" TargetMode="External"/><Relationship Id="rId4" Type="http://schemas.openxmlformats.org/officeDocument/2006/relationships/hyperlink" Target="https://qiita.com/Sa0422/items/8b48c27b572270412c04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homhom44/items/229e92aba6fc5c17c4b0" TargetMode="External"/><Relationship Id="rId3" Type="http://schemas.openxmlformats.org/officeDocument/2006/relationships/hyperlink" Target="https://qiita.com/manaty/items/55838e17caa0b195891e" TargetMode="External"/><Relationship Id="rId4" Type="http://schemas.openxmlformats.org/officeDocument/2006/relationships/hyperlink" Target="https://qiita.com/yama3133/items/7c0de7ea0db2a110b6d7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maskot1977/items/8ef0ba599c0f04bf3639" TargetMode="External"/><Relationship Id="rId3" Type="http://schemas.openxmlformats.org/officeDocument/2006/relationships/hyperlink" Target="https://qiita.com/jjworks/items/d6a29d600da5f9b53877" TargetMode="External"/><Relationship Id="rId4" Type="http://schemas.openxmlformats.org/officeDocument/2006/relationships/hyperlink" Target="https://zenn.dev/libredb/articles/0fd0cf7f85f015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picnic/items/139c9f297be67c28566f" TargetMode="External"/><Relationship Id="rId3" Type="http://schemas.openxmlformats.org/officeDocument/2006/relationships/hyperlink" Target="https://qiita.com/faliye/items/381fe4cf1a740414cc95" TargetMode="External"/><Relationship Id="rId4" Type="http://schemas.openxmlformats.org/officeDocument/2006/relationships/hyperlink" Target="https://qiita.com/tool-bizsystems/items/2a6ee711552a50a395a6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onewin202602/items/e0cc8ca5f2c8449dcbf7" TargetMode="External"/><Relationship Id="rId3" Type="http://schemas.openxmlformats.org/officeDocument/2006/relationships/hyperlink" Target="https://qiita.com/bluetalk/items/8e5316e5644a596f3f9e" TargetMode="External"/><Relationship Id="rId4" Type="http://schemas.openxmlformats.org/officeDocument/2006/relationships/hyperlink" Target="https://zenn.dev/erenoa6622/articles/mutation-test-false-green" TargetMode="External"/><Relationship Id="rId5" Type="http://schemas.openxmlformats.org/officeDocument/2006/relationships/hyperlink" Target="https://qiita.com/GeneLab_999/items/251b62aaec1e9b304469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rikunode/articles/chatgpt-note-mcp-production-flow" TargetMode="External"/><Relationship Id="rId3" Type="http://schemas.openxmlformats.org/officeDocument/2006/relationships/hyperlink" Target="https://zenn.dev/rikunode/articles/chatgpt-x-mcp-production-debug" TargetMode="External"/><Relationship Id="rId4" Type="http://schemas.openxmlformats.org/officeDocument/2006/relationships/hyperlink" Target="https://qiita.com/Sa0422/items/afda8441ea6d401f7451" TargetMode="External"/><Relationship Id="rId5" Type="http://schemas.openxmlformats.org/officeDocument/2006/relationships/hyperlink" Target="https://qiita.com/nohanaga/items/350b948b1c5f6343865b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y_yoko/items/831e013a600b8d91ac44" TargetMode="External"/><Relationship Id="rId3" Type="http://schemas.openxmlformats.org/officeDocument/2006/relationships/hyperlink" Target="https://terrytao.wordpress.com/2014/02/04/finite-time-blowup-for-an-averaged-three-dimensional-navier-stokes-equation/" TargetMode="External"/><Relationship Id="rId4" Type="http://schemas.openxmlformats.org/officeDocument/2006/relationships/hyperlink" Target="https://qiita.com/Sa0422/items/8b48c27b572270412c04" TargetMode="External"/><Relationship Id="rId5" Type="http://schemas.openxmlformats.org/officeDocument/2006/relationships/hyperlink" Target="https://zenn.dev/hattan/articles/20260814_ragorchestrate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nanashi_os/articles/87218ce44ce09b" TargetMode="External"/><Relationship Id="rId3" Type="http://schemas.openxmlformats.org/officeDocument/2006/relationships/hyperlink" Target="https://zenn.dev/yushiyamamoto/articles/finetuning-vs-rag-2026-08" TargetMode="External"/><Relationship Id="rId4" Type="http://schemas.openxmlformats.org/officeDocument/2006/relationships/hyperlink" Target="https://qiita.com/NKKTechGlobal/items/06126206c1aab15bc45a" TargetMode="External"/><Relationship Id="rId5" Type="http://schemas.openxmlformats.org/officeDocument/2006/relationships/hyperlink" Target="https://qiita.com/engchina/items/f0a4f6dbe043d1fa4ba4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homhom44/items/229e92aba6fc5c17c4b0" TargetMode="External"/><Relationship Id="rId3" Type="http://schemas.openxmlformats.org/officeDocument/2006/relationships/hyperlink" Target="https://qiita.com/manaty/items/55838e17caa0b195891e" TargetMode="External"/><Relationship Id="rId4" Type="http://schemas.openxmlformats.org/officeDocument/2006/relationships/hyperlink" Target="https://qiita.com/yama3133/items/7c0de7ea0db2a110b6d7" TargetMode="External"/><Relationship Id="rId5" Type="http://schemas.openxmlformats.org/officeDocument/2006/relationships/hyperlink" Target="https://qiita.com/riskpw/items/38f781211549479d22e7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Xim2jp/items/b8f56bc9387658ae58dd" TargetMode="External"/><Relationship Id="rId3" Type="http://schemas.openxmlformats.org/officeDocument/2006/relationships/hyperlink" Target="https://qiita.com/ynakayama/items/82ace591e496a11ec33a" TargetMode="External"/><Relationship Id="rId4" Type="http://schemas.openxmlformats.org/officeDocument/2006/relationships/hyperlink" Target="https://qiita.com/Oborova/items/95b314104ec0538f9b04" TargetMode="External"/><Relationship Id="rId5" Type="http://schemas.openxmlformats.org/officeDocument/2006/relationships/hyperlink" Target="https://qiita.com/masakai/items/ea1277a9aef6f8a1d512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maskot1977/items/8ef0ba599c0f04bf3639" TargetMode="External"/><Relationship Id="rId3" Type="http://schemas.openxmlformats.org/officeDocument/2006/relationships/hyperlink" Target="https://qiita.com/jjworks/items/d6a29d600da5f9b53877" TargetMode="External"/><Relationship Id="rId4" Type="http://schemas.openxmlformats.org/officeDocument/2006/relationships/hyperlink" Target="https://zenn.dev/libredb/articles/0fd0cf7f85f015" TargetMode="External"/><Relationship Id="rId5" Type="http://schemas.openxmlformats.org/officeDocument/2006/relationships/hyperlink" Target="https://zenn.dev/albatrosary/articles/8704ed4c2aacb6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kenichiyoshioka/items/f3a68b2df4f979ad08be" TargetMode="External"/><Relationship Id="rId3" Type="http://schemas.openxmlformats.org/officeDocument/2006/relationships/hyperlink" Target="https://qiita.com/kenichiyoshioka/items/62e643337989b8ec905c" TargetMode="External"/><Relationship Id="rId4" Type="http://schemas.openxmlformats.org/officeDocument/2006/relationships/hyperlink" Target="https://qiita.com/maskot1977/items/ec2e50adced923fecb94" TargetMode="External"/><Relationship Id="rId5" Type="http://schemas.openxmlformats.org/officeDocument/2006/relationships/hyperlink" Target="https://qiita.com/wow88my_official/items/5b3ce2539a5996f315df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picnic/items/139c9f297be67c28566f" TargetMode="External"/><Relationship Id="rId3" Type="http://schemas.openxmlformats.org/officeDocument/2006/relationships/hyperlink" Target="https://qiita.com/faliye/items/381fe4cf1a740414cc95" TargetMode="External"/><Relationship Id="rId4" Type="http://schemas.openxmlformats.org/officeDocument/2006/relationships/hyperlink" Target="https://qiita.com/tool-bizsystems/items/2a6ee711552a50a395a6" TargetMode="External"/><Relationship Id="rId5" Type="http://schemas.openxmlformats.org/officeDocument/2006/relationships/hyperlink" Target="https://qiita.com/songchong/items/78a9d9c28506ff90d331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ennagara128/items/7487a528d12bb5f9797a" TargetMode="External"/><Relationship Id="rId3" Type="http://schemas.openxmlformats.org/officeDocument/2006/relationships/hyperlink" Target="https://qiita.com/h-nabata/items/70d7d6ed64e91fce8675" TargetMode="External"/><Relationship Id="rId4" Type="http://schemas.openxmlformats.org/officeDocument/2006/relationships/hyperlink" Target="https://qiita.com/h-nabata/items/8ba25944017b64207792" TargetMode="External"/><Relationship Id="rId5" Type="http://schemas.openxmlformats.org/officeDocument/2006/relationships/hyperlink" Target="https://qiita.com/notfolder/items/c88f1be667a36ec069b7" TargetMode="External"/><Relationship Id="rId6" Type="http://schemas.openxmlformats.org/officeDocument/2006/relationships/hyperlink" Target="https://qiita.com/shota-droid21/items/25577231762457a0f618" TargetMode="External"/><Relationship Id="rId7" Type="http://schemas.openxmlformats.org/officeDocument/2006/relationships/hyperlink" Target="https://qiita.com/Raina-ai/items/65a21dfd1fa885fe719d" TargetMode="External"/><Relationship Id="rId8" Type="http://schemas.openxmlformats.org/officeDocument/2006/relationships/hyperlink" Target="https://techcrunch.com/2026/09/05/hikers-rescued-after-using-google-gemini-for-planning/" TargetMode="External"/><Relationship Id="rId9" Type="http://schemas.openxmlformats.org/officeDocument/2006/relationships/hyperlink" Target="https://qiita.com/Cosoado/items/98734c389ae31ce01f68" TargetMode="External"/><Relationship Id="rId10" Type="http://schemas.openxmlformats.org/officeDocument/2006/relationships/hyperlink" Target="https://gist.github.com/64-megabyte/bc218bd074fa56c26b7dce828adf21a2" TargetMode="External"/><Relationship Id="rId11" Type="http://schemas.openxmlformats.org/officeDocument/2006/relationships/hyperlink" Target="https://qiita.com/pdfractal/items/947efc2ef965d012aa08" TargetMode="External"/><Relationship Id="rId12" Type="http://schemas.openxmlformats.org/officeDocument/2006/relationships/hyperlink" Target="https://thepalindrome.org/p/the-roadmap-of-mathematics-for-machine-learning" TargetMode="External"/><Relationship Id="rId13" Type="http://schemas.openxmlformats.org/officeDocument/2006/relationships/hyperlink" Target="https://nightrun.io/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hntmcore.com/" TargetMode="External"/><Relationship Id="rId3" Type="http://schemas.openxmlformats.org/officeDocument/2006/relationships/hyperlink" Target="https://arxiv.org/abs/2609.03344" TargetMode="External"/><Relationship Id="rId4" Type="http://schemas.openxmlformats.org/officeDocument/2006/relationships/hyperlink" Target="https://zenn.dev/jinno_ai/articles/k2-horizon-local-verify" TargetMode="External"/><Relationship Id="rId5" Type="http://schemas.openxmlformats.org/officeDocument/2006/relationships/hyperlink" Target="https://qiita.com/sagochiko/items/bd48bee62e1fed9c65f3" TargetMode="External"/><Relationship Id="rId6" Type="http://schemas.openxmlformats.org/officeDocument/2006/relationships/hyperlink" Target="https://qiita.com/tadanok/items/4503a8b9b73cf8fd00fe" TargetMode="External"/><Relationship Id="rId7" Type="http://schemas.openxmlformats.org/officeDocument/2006/relationships/hyperlink" Target="https://qiita.com/emi_ndk/items/a17238b39c34c25453f5" TargetMode="External"/><Relationship Id="rId8" Type="http://schemas.openxmlformats.org/officeDocument/2006/relationships/hyperlink" Target="https://zenn.dev/cevheri/articles/75314bc8d12eac" TargetMode="External"/><Relationship Id="rId9" Type="http://schemas.openxmlformats.org/officeDocument/2006/relationships/hyperlink" Target="https://zenn.dev/ayaextech_fill/articles/what-is-arena-ai" TargetMode="External"/><Relationship Id="rId10" Type="http://schemas.openxmlformats.org/officeDocument/2006/relationships/hyperlink" Target="https://zenn.dev/ai_localqmod/articles/slm-17mb-code-generation" TargetMode="External"/><Relationship Id="rId11" Type="http://schemas.openxmlformats.org/officeDocument/2006/relationships/hyperlink" Target="https://qiita.com/cvusk/items/f37952ab8c85bcc9e56f" TargetMode="External"/><Relationship Id="rId12" Type="http://schemas.openxmlformats.org/officeDocument/2006/relationships/hyperlink" Target="https://qiita.com/notfolder/items/32618de3c325e90933d5" TargetMode="External"/><Relationship Id="rId13" Type="http://schemas.openxmlformats.org/officeDocument/2006/relationships/hyperlink" Target="https://qiita.com/828rimo/items/6b7deeb6ed7088049af4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keiarr/items/271b1f27e5d79c1ca406" TargetMode="External"/><Relationship Id="rId3" Type="http://schemas.openxmlformats.org/officeDocument/2006/relationships/hyperlink" Target="https://qiita.com/lykuro/items/667b30671c620225a916" TargetMode="External"/><Relationship Id="rId4" Type="http://schemas.openxmlformats.org/officeDocument/2006/relationships/hyperlink" Target="https://qiita.com/kinamocchi_tech/items/41704c6901b395121dab" TargetMode="External"/><Relationship Id="rId5" Type="http://schemas.openxmlformats.org/officeDocument/2006/relationships/hyperlink" Target="https://zenn.dev/heybombon/articles/8fa195f7b4d73a" TargetMode="External"/><Relationship Id="rId6" Type="http://schemas.openxmlformats.org/officeDocument/2006/relationships/hyperlink" Target="https://zenn.dev/vaonvn/articles/a6dab104e54ee4" TargetMode="External"/><Relationship Id="rId7" Type="http://schemas.openxmlformats.org/officeDocument/2006/relationships/hyperlink" Target="https://qiita.com/yureki_lab/items/44d9155ebe7a4db804ab" TargetMode="External"/><Relationship Id="rId8" Type="http://schemas.openxmlformats.org/officeDocument/2006/relationships/hyperlink" Target="https://zenn.dev/miki_mini/articles/e5c724bfcc0496" TargetMode="External"/><Relationship Id="rId9" Type="http://schemas.openxmlformats.org/officeDocument/2006/relationships/hyperlink" Target="https://zenn.dev/akinori901/articles/20260823-00mt4v7a" TargetMode="External"/><Relationship Id="rId10" Type="http://schemas.openxmlformats.org/officeDocument/2006/relationships/hyperlink" Target="https://zenn.dev/nanasess/articles/chatgpt-voice-ec-roundtable-vol125" TargetMode="External"/><Relationship Id="rId11" Type="http://schemas.openxmlformats.org/officeDocument/2006/relationships/hyperlink" Target="https://zenn.dev/nnakapa/articles/lab-38-gpt6-astra-gpt56-sol-qcd" TargetMode="External"/><Relationship Id="rId12" Type="http://schemas.openxmlformats.org/officeDocument/2006/relationships/hyperlink" Target="https://zenn.dev/sen_shimizu/articles/26839d7bbcf341" TargetMode="External"/><Relationship Id="rId13" Type="http://schemas.openxmlformats.org/officeDocument/2006/relationships/hyperlink" Target="https://zenn.dev/esora_ueda/articles/legacy-engineer-stopped-coding-in-six-months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akiralab/items/e68cd9bb60921149944d" TargetMode="External"/><Relationship Id="rId3" Type="http://schemas.openxmlformats.org/officeDocument/2006/relationships/hyperlink" Target="https://zenn.dev/sapolas/articles/0175b65f1e5b8c" TargetMode="External"/><Relationship Id="rId4" Type="http://schemas.openxmlformats.org/officeDocument/2006/relationships/hyperlink" Target="https://qiita.com/picnic/items/026123e37ab65481e2dc" TargetMode="External"/><Relationship Id="rId5" Type="http://schemas.openxmlformats.org/officeDocument/2006/relationships/hyperlink" Target="https://qiita.com/akiralab/items/58e351dcef244e5045ec" TargetMode="External"/><Relationship Id="rId6" Type="http://schemas.openxmlformats.org/officeDocument/2006/relationships/hyperlink" Target="https://openrouter.ai/openai/gpt-6-astra" TargetMode="External"/><Relationship Id="rId7" Type="http://schemas.openxmlformats.org/officeDocument/2006/relationships/hyperlink" Target="https://zenn.dev/every_ai_recipe/articles/claim-email-ngword-charcount-check" TargetMode="External"/><Relationship Id="rId8" Type="http://schemas.openxmlformats.org/officeDocument/2006/relationships/hyperlink" Target="https://qiita.com/kai_kou/items/b7699cec0a06a0ccfbfc" TargetMode="External"/><Relationship Id="rId9" Type="http://schemas.openxmlformats.org/officeDocument/2006/relationships/hyperlink" Target="https://qiita.com/yamanakapom/items/232babe96dc8a38a55d8" TargetMode="External"/><Relationship Id="rId10" Type="http://schemas.openxmlformats.org/officeDocument/2006/relationships/hyperlink" Target="https://qiita.com/mrrclb48z/items/cea877780006a059ee6e" TargetMode="External"/><Relationship Id="rId11" Type="http://schemas.openxmlformats.org/officeDocument/2006/relationships/hyperlink" Target="https://qiita.com/pdfractal/items/7f45c13455277009bba1" TargetMode="External"/><Relationship Id="rId12" Type="http://schemas.openxmlformats.org/officeDocument/2006/relationships/hyperlink" Target="https://qiita.com/GeneLab_999/items/220d7d4a43285df1775b" TargetMode="External"/><Relationship Id="rId13" Type="http://schemas.openxmlformats.org/officeDocument/2006/relationships/hyperlink" Target="https://qiita.com/punpunpun5963/items/00b6b2ce4d7319230b1c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data_boatrace/articles/18ec84203f366f" TargetMode="External"/><Relationship Id="rId3" Type="http://schemas.openxmlformats.org/officeDocument/2006/relationships/hyperlink" Target="https://qiita.com/mrrclb48z/items/ac9ef60581c305940116" TargetMode="External"/><Relationship Id="rId4" Type="http://schemas.openxmlformats.org/officeDocument/2006/relationships/hyperlink" Target="https://zenn.dev/trailfusionai/articles/ai-news-20260513000251-07fa5e" TargetMode="External"/><Relationship Id="rId5" Type="http://schemas.openxmlformats.org/officeDocument/2006/relationships/hyperlink" Target="https://qiita.com/daviechen/items/047cc1e31c21ad66bbe4" TargetMode="External"/><Relationship Id="rId6" Type="http://schemas.openxmlformats.org/officeDocument/2006/relationships/hyperlink" Target="https://qiita.com/828rimo/items/0f8791f604c818708d36" TargetMode="External"/><Relationship Id="rId7" Type="http://schemas.openxmlformats.org/officeDocument/2006/relationships/hyperlink" Target="https://github.com/gioblu/NPC-Forge/blob/main/docs/development.md" TargetMode="External"/><Relationship Id="rId8" Type="http://schemas.openxmlformats.org/officeDocument/2006/relationships/hyperlink" Target="https://qiita.com/maskot1977/items/226ef503f00dca1b4cf8" TargetMode="External"/><Relationship Id="rId9" Type="http://schemas.openxmlformats.org/officeDocument/2006/relationships/hyperlink" Target="https://qiita.com/quotidia/items/e7e16a68fb321e9859e2" TargetMode="External"/><Relationship Id="rId10" Type="http://schemas.openxmlformats.org/officeDocument/2006/relationships/hyperlink" Target="https://zenn.dev/genelab_999/articles/2281f72b68e2b0" TargetMode="External"/><Relationship Id="rId11" Type="http://schemas.openxmlformats.org/officeDocument/2006/relationships/hyperlink" Target="https://zenn.dev/pdfractal/articles/c4676ea32a5895" TargetMode="External"/><Relationship Id="rId12" Type="http://schemas.openxmlformats.org/officeDocument/2006/relationships/hyperlink" Target="https://qiita.com/softbase/items/231c4fccfc9dc546e9b1" TargetMode="External"/><Relationship Id="rId13" Type="http://schemas.openxmlformats.org/officeDocument/2006/relationships/hyperlink" Target="https://openai.com/index/gpt-6-astra/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828rimo/items/9802e0cbe993559c7356" TargetMode="External"/><Relationship Id="rId3" Type="http://schemas.openxmlformats.org/officeDocument/2006/relationships/hyperlink" Target="https://zenn.dev/k_ts_ngo/articles/97351f029167e6" TargetMode="External"/><Relationship Id="rId4" Type="http://schemas.openxmlformats.org/officeDocument/2006/relationships/hyperlink" Target="https://qiita.com/okssusucha/items/9593deba0bc7f8cfaa76" TargetMode="External"/><Relationship Id="rId5" Type="http://schemas.openxmlformats.org/officeDocument/2006/relationships/hyperlink" Target="https://qiita.com/uni928/items/187526b0843bc09a4a39" TargetMode="External"/><Relationship Id="rId6" Type="http://schemas.openxmlformats.org/officeDocument/2006/relationships/hyperlink" Target="https://qiita.com/boraemon2000/items/a6b5579f75ccf5dbbeef" TargetMode="External"/><Relationship Id="rId7" Type="http://schemas.openxmlformats.org/officeDocument/2006/relationships/hyperlink" Target="https://zenn.dev/yyamamot/articles/gpt2-to-qwen2-02-swiglu" TargetMode="External"/><Relationship Id="rId8" Type="http://schemas.openxmlformats.org/officeDocument/2006/relationships/hyperlink" Target="https://qiita.com/yoshisen/items/ed022a3cd246e76ca6a9" TargetMode="External"/><Relationship Id="rId9" Type="http://schemas.openxmlformats.org/officeDocument/2006/relationships/hyperlink" Target="https://zenn.dev/ux_xu/articles/7cd612d1e9d637" TargetMode="External"/><Relationship Id="rId10" Type="http://schemas.openxmlformats.org/officeDocument/2006/relationships/hyperlink" Target="https://zenn.dev/h888s/articles/gtest-frame-problem" TargetMode="External"/><Relationship Id="rId11" Type="http://schemas.openxmlformats.org/officeDocument/2006/relationships/hyperlink" Target="https://zenn.dev/colinnxt/articles/68f4fb459a4180" TargetMode="External"/><Relationship Id="rId12" Type="http://schemas.openxmlformats.org/officeDocument/2006/relationships/hyperlink" Target="https://zenn.dev/ojisan_ai_lab/articles/chatgpt-free-file-limit-20260902" TargetMode="External"/><Relationship Id="rId13" Type="http://schemas.openxmlformats.org/officeDocument/2006/relationships/hyperlink" Target="https://zenn.dev/ai_chi/articles/cee2081ac9255a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ichaelteter.com/flyby.html" TargetMode="External"/><Relationship Id="rId3" Type="http://schemas.openxmlformats.org/officeDocument/2006/relationships/hyperlink" Target="https://qiita.com/HN6039940/items/e794b2340a113c85fd1d" TargetMode="External"/><Relationship Id="rId4" Type="http://schemas.openxmlformats.org/officeDocument/2006/relationships/hyperlink" Target="https://qiita.com/h-nasu/items/5634ceb0619b37ef7f98" TargetMode="External"/><Relationship Id="rId5" Type="http://schemas.openxmlformats.org/officeDocument/2006/relationships/hyperlink" Target="https://zenn.dev/sapolas/articles/45a3a1456e1dfb" TargetMode="External"/><Relationship Id="rId6" Type="http://schemas.openxmlformats.org/officeDocument/2006/relationships/hyperlink" Target="https://qiita.com/ishizakahiroshi/items/a7065348ad7ca46ca521" TargetMode="External"/><Relationship Id="rId7" Type="http://schemas.openxmlformats.org/officeDocument/2006/relationships/hyperlink" Target="https://qiita.com/mapmc/items/a37fb37d869aa657e300" TargetMode="External"/><Relationship Id="rId8" Type="http://schemas.openxmlformats.org/officeDocument/2006/relationships/hyperlink" Target="https://qiita.com/h-nasu/items/d0b2601bb179a6cdd5eb" TargetMode="External"/><Relationship Id="rId9" Type="http://schemas.openxmlformats.org/officeDocument/2006/relationships/hyperlink" Target="https://zenn.dev/todesking/articles/d23fd40b319388" TargetMode="External"/><Relationship Id="rId10" Type="http://schemas.openxmlformats.org/officeDocument/2006/relationships/hyperlink" Target="https://qiita.com/otoyo0318/items/411f8f3d4813f66c3af9" TargetMode="External"/><Relationship Id="rId11" Type="http://schemas.openxmlformats.org/officeDocument/2006/relationships/hyperlink" Target="https://qiita.com/Skillsheet-Port/items/0ea38eeebb9b94dc708e" TargetMode="External"/><Relationship Id="rId12" Type="http://schemas.openxmlformats.org/officeDocument/2006/relationships/hyperlink" Target="https://qiita.com/ramutarafarm/items/3625867c29a869e9f94d" TargetMode="External"/><Relationship Id="rId13" Type="http://schemas.openxmlformats.org/officeDocument/2006/relationships/hyperlink" Target="https://zenn.dev/jinfuroi/articles/b2e3c2c66f7d74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hajimeteradio3/articles/c710f3020097ae" TargetMode="External"/><Relationship Id="rId3" Type="http://schemas.openxmlformats.org/officeDocument/2006/relationships/hyperlink" Target="https://zenn.dev/jinfuroi/articles/f5ee4abc096810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88952" cy="54864"/>
          </a:xfrm>
          <a:prstGeom prst="rect">
            <a:avLst/>
          </a:prstGeom>
          <a:solidFill>
            <a:srgbClr val="52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AI ニュース日報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ED6F1"/>
                </a:solidFill>
              </a:rPr>
              <a:t>2026-09-05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5C1E9"/>
                </a:solidFill>
              </a:rPr>
              <a:t>総収集記事数：221 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1005840"/>
          </a:xfrm>
          <a:prstGeom prst="rect">
            <a:avLst/>
          </a:prstGeom>
          <a:solidFill>
            <a:srgbClr val="52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本日のテーマ別サマリー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554480"/>
          <a:ext cx="94183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1737360"/>
                <a:gridCol w="192024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テーマ</a:t>
                      </a:r>
                    </a:p>
                  </a:txBody>
                  <a:tcPr>
                    <a:solidFill>
                      <a:srgbClr val="233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件数</a:t>
                      </a:r>
                    </a:p>
                  </a:txBody>
                  <a:tcPr>
                    <a:solidFill>
                      <a:srgbClr val="233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割合</a:t>
                      </a:r>
                    </a:p>
                  </a:txBody>
                  <a:tcPr>
                    <a:solidFill>
                      <a:srgbClr val="233C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IT運用・自動化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74C3C"/>
                          </a:solidFill>
                        </a:rPr>
                        <a:t>10 件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3.7%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RAG・検索基盤設計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980B9"/>
                          </a:solidFill>
                        </a:rPr>
                        <a:t>33 件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12.3%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AIエージェント開発・運用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439AD"/>
                          </a:solidFill>
                        </a:rPr>
                        <a:t>93 件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34.7%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生成AI活用の現場実践・他社事例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7AE60"/>
                          </a:solidFill>
                        </a:rPr>
                        <a:t>35 件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13.1%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AIガバナンス・セキュリティ・社内ルール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7E22"/>
                          </a:solidFill>
                        </a:rPr>
                        <a:t>11 件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4.1%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その他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F8C8D"/>
                          </a:solidFill>
                        </a:rPr>
                        <a:t>86 件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32.1%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合計</a:t>
                      </a:r>
                    </a:p>
                  </a:txBody>
                  <a:tcPr>
                    <a:solidFill>
                      <a:srgbClr val="2D40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268 件</a:t>
                      </a:r>
                    </a:p>
                  </a:txBody>
                  <a:tcPr>
                    <a:solidFill>
                      <a:srgbClr val="2D40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D40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IT運用・自動化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74C3C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画像生成プロンプトを再利用可能なワークフローにする：Image-to-Promptの実践</a:t>
            </a:r>
            <a:r>
              <a:rPr sz="900">
                <a:solidFill>
                  <a:srgbClr val="7F8C8D"/>
                </a:solidFill>
              </a:rPr>
              <a:t>  (2026-09-06)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https://qiita.com/onewin202602/items/e0cc8ca5f2c8449dcbf7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
画像生成AIを使っていると、「同じ雰囲気の画像をもう一度作りたいのに、元の指示文を再現できない」という問題がよく起きます。特に人物写真やSNS用のビジュアルでは、構図・光・レンズ感・服装・背景などを分けて記録しておくと、修正や再利用がしやすくなります。
この記事では、画像を起点にプロン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74C3C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AIに41万行書かせた9か月の全記録を公開しました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https://qiita.com/bluetalk/items/8e5316e5644a596f3f9e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昨年から積極的に AI を触っておりますが今年に入ってからの進化が目覚ましく、AI の研究と実業を兼ねて自社SaaS を構築するプロジェクトを開始しました。某プレイガイドの設計・開発に携わっていた経験を活かしてチケット販売プラットフォーム「CoMuse Ticket」を立ち上げました。設計から本番運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74C3C"/>
                </a:solidFill>
              </a:rPr>
              <a:t>[Zenn]  </a:t>
            </a:r>
            <a:r>
              <a:rPr sz="1200" b="1">
                <a:solidFill>
                  <a:srgbClr val="FFFFFF"/>
                </a:solidFill>
              </a:rPr>
              <a:t>Claude Code の変異テストが、偽の緑を出していた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https://zenn.dev/erenoa6622/articles/mutation-test-false-green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!
「テストが本当に効いているかを確かめるために、わざと実装を壊して赤になるか見る」── その確認のほうが偽の緑を出していた、という記録です。扱うのは変異テスト（ミューテーションテスト）を手作りで回したときの落とし穴だけで、専用のフレームワークの使い方は書きません。対象は Claude Code 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RAG・検索基盤設計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980B9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Prompt EngineeringからLoop Engineeringまで  〜6年間のAIアプリケーションの歴史〜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https://qiita.com/y_yoko/items/831e013a600b8d91ac44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1. はじめに
ここ数年で、
- Prompt Engineering
- RAG
- MCP
- Context Engineering
- Harness Engineering
- Loop Engineering
など、様々な言葉を目にするようになりました。改めて振り返ってみると、これ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980B9"/>
                </a:solidFill>
              </a:rPr>
              <a:t>[HackerNews]  </a:t>
            </a:r>
            <a:r>
              <a:rPr sz="1200" b="1">
                <a:solidFill>
                  <a:srgbClr val="FFFFFF"/>
                </a:solidFill>
              </a:rPr>
              <a:t>Finite time blowup for an averaged three-dimensional Navier-Stokes equation (2014)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https://terrytao.wordpress.com/2014/02/04/finite-time-blowup-for-an-averaged-three-dimensi…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Finite time blowup for an averaged three-dimensional Navier-Stokes equation (2014)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980B9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評価駆動で高精度！LangGraphマルチエージェントRAGを実装する手順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https://qiita.com/Sa0422/items/8b48c27b572270412c04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多くのLLMアプリケーション開発者が直面する課題、それは「複雑な推論を伴うタスクでの精度向上」ではないでしょうか。従来の単一エージェントRAGでは、複数の情報源を横断したり、多段階の思考プロセスを要する質問に答えるのが難しいケースが頻繁に発生します。
この記事では、この課題を解決するために、Lan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AIエージェント開発・運用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439AD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Claude Code開発者が押さえておきたいAnthropicニュース（2026-09-06）</a:t>
            </a:r>
            <a:r>
              <a:rPr sz="900">
                <a:solidFill>
                  <a:srgbClr val="7F8C8D"/>
                </a:solidFill>
              </a:rPr>
              <a:t>  (2026-09-06)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https://qiita.com/homhom44/items/229e92aba6fc5c17c4b0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Anthropic の Claude / Claude Code 関連ニュースをまとめた索引だ。記事本文は日本語で PaPoo に投稿している。ここでは各記事の要点を紹介するので、詳細は各リンク先を読んでほしい。
Claude の「考える」と「運ぶ」を分ける発想
&gt; Hacker News で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439AD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Bedrock GuardrailsだけでAIエージェントは守れるの？～ツール境界の隙間を検証してみた～</a:t>
            </a:r>
            <a:r>
              <a:rPr sz="900">
                <a:solidFill>
                  <a:srgbClr val="7F8C8D"/>
                </a:solidFill>
              </a:rPr>
              <a:t>  (2026-09-06)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https://qiita.com/manaty/items/55838e17caa0b195891e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:::note info
この記事は「2026 Japan AWS Jr.Champions 真夏の Qiita リレー」の37日目の記事となります。
過去の投稿（リンク集）はこちらからご覧ください。
:::
https://qiita.com/ys-yoshida/private/6f7c7f8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439AD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AIが見ているスライドと、人間が見ているスライドは見え方が違う？</a:t>
            </a:r>
            <a:r>
              <a:rPr sz="900">
                <a:solidFill>
                  <a:srgbClr val="7F8C8D"/>
                </a:solidFill>
              </a:rPr>
              <a:t>  (2026-09-06)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https://qiita.com/yama3133/items/7c0de7ea0db2a110b6d7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
AIエージェントにスライドを作らせるとき、参考にしてほしい既存のスライドを渡すことがあります。  
Spec-Driven Presentation Maker(SDPM、AWS samplesが公開しているOSSで、フォークして機能追加と本番運用中)でこれを試したところ、PDFで渡した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生成AI活用の現場実践・他社事例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7AE60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「ネットはフェイク、メディアは正しい？」から考える情報社会の設計 ― 相互監査できる情報インフラへ : システム設計視点の行動経済学 (25)</a:t>
            </a:r>
            <a:r>
              <a:rPr sz="900">
                <a:solidFill>
                  <a:srgbClr val="7F8C8D"/>
                </a:solidFill>
              </a:rPr>
              <a:t>  (2026-09-06)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https://qiita.com/maskot1977/items/8ef0ba599c0f04bf3639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user:
「システム設計視点の行動経済学」、第25回を始めましょう。今回は「マスメディアの役割」を深掘りしたいと思います。その前に、まず前回の復習として、
官僚機構を「守る組織」から「学習する組織」へ ― 日本の行政をアップデートするリファクタリング : システム設計視点の行動経済学 (24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7AE60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# 【AI活用】スライド生成ガチャから抜ける。CodexとGemini Notebookで報告スライドを作る実務フロー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https://qiita.com/jjworks/items/d6a29d600da5f9b53877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!FT-020-qiita-slide-gacha-header.png
はじめに
&gt; 「この期間、何をしていましたか？」
定期ヒアリングで毎回聞かれる質問なのに、いざ答えようとすると、その場で思い出せたことしか話せない。
会議、調整、レビュー、認識合わせ。ちゃんと仕事をしていたはずなのに、ば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7AE60"/>
                </a:solidFill>
              </a:rPr>
              <a:t>[Zenn]  </a:t>
            </a:r>
            <a:r>
              <a:rPr sz="1200" b="1">
                <a:solidFill>
                  <a:srgbClr val="FFFFFF"/>
                </a:solidFill>
              </a:rPr>
              <a:t>DBクライアントのAI補助を、なぜローカルLLMでも動かせるようにしたのか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https://zenn.dev/libredb/articles/0fd0cf7f85f015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筆者はLibreDB StudioというOSS（MITライセンス）の開発チームにいる。自分たちのプロダクトの設計の話なので、そこは先に明かしておく。売り込みたいわけではなく、「DBクライアントのAI補助を、クラウドのLLMだけでなくローカルのLLMでも動くようにした」という一点について、なぜそう決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AIガバナンス・セキュリティ・社内ルール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67E22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OpenAIが「GPT-6 Astra」を発表、コーディング・サイバーセキュリティで最先端性能を主張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https://qiita.com/picnic/items/139c9f297be67c28566f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
2026年9月3日、OpenAI は新世代モデル「GPT-6 Astra」を公式ブログで発表しました。同社は本モデルを「これまでで最も知的かつアラインメントの進んだモデル」と位置付けており、特に コンピュータ操作(computer use)・コーディング・サイバーセキュリティ・科学 の4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67E22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vLLMに基づくローカルモデルエンジニアリングパイプラインGatewayの設計と分析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https://qiita.com/faliye/items/381fe4cf1a740414cc95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Ollamaを使用する際、ローカルでいくつかの中小モデルを起動し、ビジネスCoTは直接これらの小モデルにアクセスします。Ollama環境下のモデルは条件の制限により並行処理が難しく、固定のリクエストは高度に同質化されているため、ニーズに応じてモデルを選択できます。ツールチェーンを持たないローカル小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67E22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【第1弾：LLM×音声認識】Nottaが使いにくかったので、Whisper×PyAnnote×Gemini APIで音声文字起こしパイプラインを自作した話</a:t>
            </a:r>
            <a:r>
              <a:rPr sz="900">
                <a:solidFill>
                  <a:srgbClr val="7F8C8D"/>
                </a:solidFill>
              </a:rPr>
              <a:t>  (2026-09-04)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https://qiita.com/tool-bizsystems/items/2a6ee711552a50a395a6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はじめに：なぜ自作したのか
市販の音声文字起こしツール（例：Nottaなど）を利用する中で、次のような制限にもどかしさを感じたことはないでしょうか。
- 録音時間に関する制限（3分縛りなど）
 月間利用時間の制限
- 完全クラウド依存によるプライバシーや仕様変更への不安
こうした制約を解消す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IT運用・自動化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画像生成プロンプトを再利用可能なワークフローにする：Image-to-Promptの実践</a:t>
            </a:r>
            <a:r>
              <a:rPr sz="900">
                <a:solidFill>
                  <a:srgbClr val="7F8C8D"/>
                </a:solidFill>
              </a:rPr>
              <a:t>  (2026-09-06)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https://qiita.com/onewin202602/items/e0cc8ca5f2c8449dcbf7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画像生成AIを使っていると、「同じ雰囲気の画像をもう一度作りたいのに、元の指示文を再現できない」という問題がよく起きます。特に人物写真やSNS用のビジュアルでは、構図・光・レンズ感・服装・背景などを分けて記録しておくと、修正や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AIに41万行書かせた9か月の全記録を公開しました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https://qiita.com/bluetalk/items/8e5316e5644a596f3f9e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昨年から積極的に AI を触っておりますが今年に入ってからの進化が目覚ましく、AI の研究と実業を兼ねて自社SaaS を構築するプロジェクトを開始しました。某プレイガイドの設計・開発に携わっていた経験を活かしてチケット販売プラットフォーム「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 Code の変異テストが、偽の緑を出していた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4"/>
              </a:rPr>
              <a:t>https://zenn.dev/erenoa6622/articles/mutation-test-false-green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!
「テストが本当に効いているかを確かめるために、わざと実装を壊して赤になるか見る」── その確認のほうが偽の緑を出していた、という記録です。扱うのは変異テスト（ミューテーションテスト）を手作りで回したときの落とし穴だけで、専用のフレームワ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OpenBLASってなんだ？ — NumPyの行列積が1コアで76 GFLOPS出る理由</a:t>
            </a:r>
            <a:r>
              <a:rPr sz="900">
                <a:solidFill>
                  <a:srgbClr val="7F8C8D"/>
                </a:solidFill>
              </a:rPr>
              <a:t>  (2026-09-04)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https://qiita.com/GeneLab_999/items/251b62aaec1e9b304469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この記事で得られること
読み終えると、明日から次の4つを自分で決められるようになります。
1. 自分のNumPyやPyTorchが どのBLASで動いているか を1コマンドで確かめ、乗り換えるべきか判断できる
2. マルチプ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IT運用・自動化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2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ChatGPTのチャットからnote投稿を自動化するMCPを作った。認証・画像・リンクカード・公開まで</a:t>
            </a:r>
            <a:r>
              <a:rPr sz="900">
                <a:solidFill>
                  <a:srgbClr val="7F8C8D"/>
                </a:solidFill>
              </a:rPr>
              <a:t>  (2026-09-02)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2"/>
              </a:rPr>
              <a:t>https://zenn.dev/rikunode/articles/chatgpt-note-mcp-production-flow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普通のChatGPTのチャットから、そのままnoteの記事作成・画像挿入・公開まで進めたくて、Content Publisher MCPにnoteアダプターを追加した。
最初からnote向けの処理を全部自作したわけではない。note-mcp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ChatGPTからX投稿を自動化するMCPを作った。画像投稿と実運用で見つかった失敗判定まで</a:t>
            </a:r>
            <a:r>
              <a:rPr sz="900">
                <a:solidFill>
                  <a:srgbClr val="7F8C8D"/>
                </a:solidFill>
              </a:rPr>
              <a:t>  (2026-09-02)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3"/>
              </a:rPr>
              <a:t>https://zenn.dev/rikunode/articles/chatgpt-x-mcp-production-debug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ChatGPTからXへそのまま投稿できるようにしたくて、XActionsを土台に小さなMCPを作りました。
最初はテキストを投稿できれば十分だと思っていました。ところが実際に使い始めると、画像の受け渡し、XへのMedia Upload、投稿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LangGraphで実装！マルチエージェントRAGの設計とワークフロー自動化</a:t>
            </a:r>
            <a:r>
              <a:rPr sz="900">
                <a:solidFill>
                  <a:srgbClr val="7F8C8D"/>
                </a:solidFill>
              </a:rPr>
              <a:t>  (2026-09-01)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https://qiita.com/Sa0422/items/afda8441ea6d401f7451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多くのRAGシステム開発者が「複雑な推論や高度な情報処理が難しい」という壁にぶつかっています。単一のLLMエージェントだけでは、動的なクエリルーティングや多段階の評価・修正が困難で、結果としてRAGの精度や信頼性が頭打ちになることが少なく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Azure Content Understanding 2026-06-01-preview を RAGOps Studio のセマンティック Diff  で可…</a:t>
            </a:r>
            <a:r>
              <a:rPr sz="900">
                <a:solidFill>
                  <a:srgbClr val="7F8C8D"/>
                </a:solidFill>
              </a:rPr>
              <a:t>  (2026-08-31)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https://qiita.com/nohanaga/items/350b948b1c5f6343865b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&gt; 2026 年 8 月 31 日時点の情報です。この記事で扱う  は Public Preview であり、SLA は提供されず、本番ワークロードには推奨されていません。最新状況は Microsoft Learn の「Content Un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RAG・検索基盤設計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Prompt EngineeringからLoop Engineeringまで  〜6年間のAIアプリケーションの歴史〜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https://qiita.com/y_yoko/items/831e013a600b8d91ac44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1. はじめに
ここ数年で、
- Prompt Engineering
- RAG
- MCP
- Context Engineering
- Harness Engineering
- Loop Engineering
など、様々な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Finite time blowup for an averaged three-dimensional Navier-Stokes equation (201…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[HackerNews]  </a:t>
            </a:r>
            <a:r>
              <a:rPr sz="800">
                <a:solidFill>
                  <a:srgbClr val="5DADE8"/>
                </a:solidFill>
                <a:hlinkClick r:id="rId3"/>
              </a:rPr>
              <a:t>https://terrytao.wordpress.com/2014/02/04/finite-time-blowup-for-an-averaged-three-di…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Finite time blowup for an averaged three-dimensional Navier-Stokes equation (2014)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評価駆動で高精度！LangGraphマルチエージェントRAGを実装する手順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https://qiita.com/Sa0422/items/8b48c27b572270412c04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多くのLLMアプリケーション開発者が直面する課題、それは「複雑な推論を伴うタスクでの精度向上」ではないでしょうか。従来の単一エージェントRAGでは、複数の情報源を横断したり、多段階の思考プロセスを要する質問に答えるのが難しいケースが頻繁に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RAGのオーケストレーションについて整理してみた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5"/>
              </a:rPr>
              <a:t>https://zenn.dev/hattan/articles/20260814_ragorchestrate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RAGの仕組みやアーキテクチャについて学習するために、Azureのサービスを利用した簡単なチャットアプリケーションを複数の方式で作成してみました。
その中で学んだRAGのアーキテクチャとオーケストレーションについて、整理してみまし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RAG・検索基盤設計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22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【音響物理×LLM】耳介の干渉ノッチをRoPEに拡張し、類似トークンを識別・消去する「SN-RoPE」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2"/>
              </a:rPr>
              <a:t>https://zenn.dev/nanashi_os/articles/87218ce44ce09b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1. はじめに：耳介が解く「等距離・正中面問題」とLLMの課題
人間は、両耳からの距離が等しい正中面上（左右差 ITD / ILD がゼロの領域）であっても、音源の上下位置（仰角）を一意に判別できます。これを可能にしているのが耳介（Pinn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ファインチューニングとRAGの使い分け：どちらで解くべき問題かを初心者向けに整理する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3"/>
              </a:rPr>
              <a:t>https://zenn.dev/yushiyamamoto/articles/finetuning-vs-rag-2026-08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「社内の資料をAIに答えさせたい」「うちの言い回しに合わせたい」——生成AIを仕事に入れようとすると、だいたいこの2つの要望が同時に出てきます。そこで並ぶ候補が RAG と ファインチューニング です。どちらも「AIを自分向けに強くする」話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【ファインチューニング vs RAG】社内ナレッジベース構築におけるコスト対効果の技術的比較</a:t>
            </a:r>
            <a:r>
              <a:rPr sz="900">
                <a:solidFill>
                  <a:srgbClr val="7F8C8D"/>
                </a:solidFill>
              </a:rPr>
              <a:t>  (2026-09-04)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https://qiita.com/NKKTechGlobal/items/06126206c1aab15bc45a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【ファインチューニング vs RAG】社内ナレッジベース構築におけるコスト対効果の技術的比較
!Feature(149).png
はじめに
こんにちは、NKKTech Global 技術チームです。
現在、多くの企業が生成AI（LLM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RAGの検索精度は「質問理解」で変わる：Fine-grained Query Understandingを整理してみた</a:t>
            </a:r>
            <a:r>
              <a:rPr sz="900">
                <a:solidFill>
                  <a:srgbClr val="7F8C8D"/>
                </a:solidFill>
              </a:rPr>
              <a:t>  (2026-09-04)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https://qiita.com/engchina/items/f0a4f6dbe043d1fa4ba4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初めに
RAGを作っていると、Embedding検索やRerankを入れているのに、回答が少しズレることがあります。
たとえば、ECサイトのヘルプ検索で、ユーザーがこう聞いたとします。
しかし、ヘルプ文書では「キャンセル」ではなく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AIエージェント開発・運用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 Code開発者が押さえておきたいAnthropicニュース（2026-09-06）</a:t>
            </a:r>
            <a:r>
              <a:rPr sz="900">
                <a:solidFill>
                  <a:srgbClr val="7F8C8D"/>
                </a:solidFill>
              </a:rPr>
              <a:t>  (2026-09-06)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https://qiita.com/homhom44/items/229e92aba6fc5c17c4b0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Anthropic の Claude / Claude Code 関連ニュースをまとめた索引だ。記事本文は日本語で PaPoo に投稿している。ここでは各記事の要点を紹介するので、詳細は各リンク先を読んでほしい。
Claude の「考える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Bedrock GuardrailsだけでAIエージェントは守れるの？～ツール境界の隙間を検証してみた～</a:t>
            </a:r>
            <a:r>
              <a:rPr sz="900">
                <a:solidFill>
                  <a:srgbClr val="7F8C8D"/>
                </a:solidFill>
              </a:rPr>
              <a:t>  (2026-09-06)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https://qiita.com/manaty/items/55838e17caa0b195891e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:::note info
この記事は「2026 Japan AWS Jr.Champions 真夏の Qiita リレー」の37日目の記事となります。
過去の投稿（リンク集）はこちらからご覧ください。
:::
https://qiita.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AIが見ているスライドと、人間が見ているスライドは見え方が違う？</a:t>
            </a:r>
            <a:r>
              <a:rPr sz="900">
                <a:solidFill>
                  <a:srgbClr val="7F8C8D"/>
                </a:solidFill>
              </a:rPr>
              <a:t>  (2026-09-06)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https://qiita.com/yama3133/items/7c0de7ea0db2a110b6d7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AIエージェントにスライドを作らせるとき、参考にしてほしい既存のスライドを渡すことがあります。  
Spec-Driven Presentation Maker(SDPM、AWS samplesが公開しているOSSで、フォークし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vLLM + LiteLLM を本線に、セルフホストAIワークスペースをワンコマンドで立てる手順（Ollama は最短ルート）</a:t>
            </a:r>
            <a:r>
              <a:rPr sz="900">
                <a:solidFill>
                  <a:srgbClr val="7F8C8D"/>
                </a:solidFill>
              </a:rPr>
              <a:t>  (2026-09-06)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https://qiita.com/riskpw/items/38f781211549479d22e7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手元の環境に、チャットだけでなくエージェントタスクや MCP ツールまで含んだ AI ワークスペースを立てる手順です。本線の構成は 自分で運用する vLLM を LiteLLM の後ろに置く 形で、既定のローカルモデルは vLLM 経由の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AIエージェント開発・運用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70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AIエージェントの評価を実装する：Evalsの3層構造とpytest設計</a:t>
            </a:r>
            <a:r>
              <a:rPr sz="900">
                <a:solidFill>
                  <a:srgbClr val="7F8C8D"/>
                </a:solidFill>
              </a:rPr>
              <a:t>  (2026-09-06)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https://qiita.com/Xim2jp/items/b8f56bc9387658ae58dd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※本稿は、当方ブログの紹介です。全文はこちらへどうぞ。
https://shinichi.noguchi.jp.net/blog/2026-09-05-agent-evals-in-production.html
AIエージェントを本番運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Git と pytest で AI コーディングエージェントの開発用テストと独立評価を分ける</a:t>
            </a:r>
            <a:r>
              <a:rPr sz="900">
                <a:solidFill>
                  <a:srgbClr val="7F8C8D"/>
                </a:solidFill>
              </a:rPr>
              <a:t>  (2026-09-06)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https://qiita.com/ynakayama/items/82ace591e496a11ec33a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AI コーディングエージェントでは開発用テストと採用評価を分ける
AI コーディングエージェントは、コードを書くだけでなく、リポジトリを読み、ファイルを編集し、テストを実行して失敗結果を次の修正へ利用できます。SWE-agent でも、エ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構造力学パズル「SigmaZero」を AI と作った 196 日・952 コミット—Unity教科書の勉強から Claude Code のエージェント組織運営…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https://qiita.com/Oborova/items/95b314104ec0538f9b04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2026年9月5日、個人開発してきた構造力学パズルゲーム『SigmaZero』の v1.0.0 を itch.io で Web 公開しました。
https://oborova.itch.io/sigmazero
トラス構造（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 Codeはロボット三原則の夢を見るか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https://qiita.com/masakai/items/ea1277a9aef6f8a1d512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この記事は、AIエージェントに対するガードやハーネスとは何なのかを考えていたところから始まっています。「AIのハーネスといえば、ロボット三原則だよな」というノリです。エージェントの外側に置く制約は、どこまで機能するのか。
三原則のような固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生成AI活用の現場実践・他社事例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「ネットはフェイク、メディアは正しい？」から考える情報社会の設計 ― 相互監査できる情報インフラへ : システム設計視点の行動経済学 (25)</a:t>
            </a:r>
            <a:r>
              <a:rPr sz="900">
                <a:solidFill>
                  <a:srgbClr val="7F8C8D"/>
                </a:solidFill>
              </a:rPr>
              <a:t>  (2026-09-06)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https://qiita.com/maskot1977/items/8ef0ba599c0f04bf3639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user:
「システム設計視点の行動経済学」、第25回を始めましょう。今回は「マスメディアの役割」を深掘りしたいと思います。その前に、まず前回の復習として、
官僚機構を「守る組織」から「学習する組織」へ ― 日本の行政をアップデートす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# 【AI活用】スライド生成ガチャから抜ける。CodexとGemini Notebookで報告スライドを作る実務フロー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https://qiita.com/jjworks/items/d6a29d600da5f9b53877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!FT-020-qiita-slide-gacha-header.png
はじめに
&gt; 「この期間、何をしていましたか？」
定期ヒアリングで毎回聞かれる質問なのに、いざ答えようとすると、その場で思い出せたことしか話せない。
会議、調整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DBクライアントのAI補助を、なぜローカルLLMでも動かせるようにしたのか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4"/>
              </a:rPr>
              <a:t>https://zenn.dev/libredb/articles/0fd0cf7f85f015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筆者はLibreDB StudioというOSS（MITライセンス）の開発チームにいる。自分たちのプロダクトの設計の話なので、そこは先に明かしておく。売り込みたいわけではなく、「DBクライアントのAI補助を、クラウドのLLMだけでなくローカ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生成AIは「初期条件の最適化」から「生成軌道の設計」へ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5"/>
              </a:rPr>
              <a:t>https://zenn.dev/albatrosary/articles/8704ed4c2aacb6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!
TL;DR
生成AIの活用では、いまもプロンプト、System Prompt、Skill、Persona、Few-shot、各種ルールなど、「より良い入力条件」を作ることに多くの努力が向けられている。たしかに初期条件は重要だ。しかし、い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生成AI活用の現場実践・他社事例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5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AIに「本音で」社長を語らせたら、開発者の急所を抉られて「関係のIaC」に着地した話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https://qiita.com/kenichiyoshioka/items/f3a68b2df4f979ad08be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&lt;!-- ★番外編・実録座談会。代表の意見を待って仕上げる素材版(2026-09-05)。公開前に qiitalint.py 必須 --&gt;
&gt; 📚 番外編：AI二体で、雇い主を本音で語る座談会
---
これは何か（脚色は、ひとつもあり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LLMは魔法じゃない — 本番で構造化をやって踏んだ4つの穴（既存のテストでは拾えない）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https://qiita.com/kenichiyoshioka/items/62e643337989b8ec905c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&gt; 📚 スキルシートと市場価値 シリーズ ⑤：LLM固有の問題とは？
---
はじめに
弊社プロダクトのcnvSkillsheet（コンバートスキルシート）ではエンジニアの経歴書（スキルシート）を、Geminiで構造化しています。PD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耳で聞く！Python で学ぶ マクロ経済学 入門 9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https://qiita.com/maskot1977/items/ec2e50adced923fecb94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&lt;iframe width="560" height="315" src="https://www.youtube.com/embed/NDJUU82dXk" frameborder="0" allow="accelerometer; au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スポーツ分析で活用されるAIモデル入門：データからパフォーマンスを読み解く方法</a:t>
            </a:r>
            <a:r>
              <a:rPr sz="900">
                <a:solidFill>
                  <a:srgbClr val="7F8C8D"/>
                </a:solidFill>
              </a:rPr>
              <a:t>  (2026-09-04)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https://qiita.com/wow88my_official/items/5b3ce2539a5996f315df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スポーツ分野では、試合結果だけでなく、選手の走行距離、シュート位置、パス成功率、ポゼッション、心拍数など、さまざまなデータが収集されるようになっています。
こうしたデータを人間だけで分析するには限界があります。
そこで活用されているのが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AIガバナンス・セキュリティ・社内ルール　記事一覧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OpenAIが「GPT-6 Astra」を発表、コーディング・サイバーセキュリティで最先端性能を主張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https://qiita.com/picnic/items/139c9f297be67c28566f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2026年9月3日、OpenAI は新世代モデル「GPT-6 Astra」を公式ブログで発表しました。同社は本モデルを「これまでで最も知的かつアラインメントの進んだモデル」と位置付けており、特に コンピュータ操作(compute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vLLMに基づくローカルモデルエンジニアリングパイプラインGatewayの設計と分析</a:t>
            </a:r>
            <a:r>
              <a:rPr sz="900">
                <a:solidFill>
                  <a:srgbClr val="7F8C8D"/>
                </a:solidFill>
              </a:rPr>
              <a:t>  (2026-09-05)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https://qiita.com/faliye/items/381fe4cf1a740414cc95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Ollamaを使用する際、ローカルでいくつかの中小モデルを起動し、ビジネスCoTは直接これらの小モデルにアクセスします。Ollama環境下のモデルは条件の制限により並行処理が難しく、固定のリクエストは高度に同質化されているため、ニーズに応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【第1弾：LLM×音声認識】Nottaが使いにくかったので、Whisper×PyAnnote×Gemini APIで音声文字起こしパイプラインを自作した話</a:t>
            </a:r>
            <a:r>
              <a:rPr sz="900">
                <a:solidFill>
                  <a:srgbClr val="7F8C8D"/>
                </a:solidFill>
              </a:rPr>
              <a:t>  (2026-09-04)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https://qiita.com/tool-bizsystems/items/2a6ee711552a50a395a6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はじめに：なぜ自作したのか
市販の音声文字起こしツール（例：Nottaなど）を利用する中で、次のような制限にもどかしさを感じたことはないでしょうか。
- 録音時間に関する制限（3分縛りなど）
 月間利用時間の制限
- 完全クラウド依存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ChatGPT・Copilot・Gemini… 業務視点でどう選べるか？ ChatAI 13 製品を「8つの独自指標」で比較してみた｜中小企業・管理職のための導…</a:t>
            </a:r>
            <a:r>
              <a:rPr sz="900">
                <a:solidFill>
                  <a:srgbClr val="7F8C8D"/>
                </a:solidFill>
              </a:rPr>
              <a:t>  (2026-09-04)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https://qiita.com/songchong/items/78a9d9c28506ff90d331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&gt; 「ChatGPT を会社で使って、情報漏洩や著作権は本当に大丈夫なのか？」
&gt; 「Microsoft 365 Copilot や Gemini も聞くが、うちの業務で本当に役立つのはどれだ？」
&gt; 「無料版や個人版のまま社員に使わせてい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(1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2026年9月6日 今日のQiitaトレンド記事をポッドキャストで聴こう！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https://qiita.com/ennagara128/items/7487a528d12bb5f9797a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【ローカルLLM】続・精選問題による国産LLM「LLM-jp-4-33B」と「Qwen3.8-27B」の推論性能比較（RTX 5070 Ti + RT…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https://qiita.com/h-nabata/items/70d7d6ed64e91fce8675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【LLM】ベンチマーク用オリジナル上級問題（v1）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https://qiita.com/h-nabata/items/8ba25944017b64207792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AIと企画を「議論」する方法：AIを使った個人開発のゲームの面白さとモチベーションをClaudeと構造解析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https://qiita.com/notfolder/items/c88f1be667a36ec069b7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CLIPのゼロショットでは当たらない「自分の分類軸」を、線形プローブで作る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https://qiita.com/shota-droid21/items/25577231762457a0f618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同じ指示、違う画像。画像生成AIモデルの「解釈差」を観測・比較してみた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https://qiita.com/Raina-ai/items/65a21dfd1fa885fe719d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Hikers rescued after using Google Gemini for 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https://techcrunch.com/2026/09/05/hikers-rescued-after-using-google-gemini-for-p…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GitHub Actions + Claude API でプルリクに自動レビューコメントを付ける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https://qiita.com/Cosoado/items/98734c389ae31ce01f68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You're paying for Claude's thinking and you're not getting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https://gist.github.com/64-megabyte/bc218bd074fa56c26b7dce828adf21a2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なぜ、最近のLLMはポケモンを攻略するのが得意なのか？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https://qiita.com/pdfractal/items/947efc2ef965d012aa08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The Roadmap of Mathematics for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https://thepalindrome.org/p/the-roadmap-of-mathematics-for-machine-learning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An LLM runtime that boots from USB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https://nightrun.io/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(2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Show HN: Phntm-ONE: I built a local AI desk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https://www.phntmcore.com/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LLMs as a Cognitive Virus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https://arxiv.org/abs/2609.03344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「Ollamaで動く」はずだったK2 Horizon — 16GB GPUで確かめたら、動いたのはvLLMだけだった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https://zenn.dev/jinno_ai/articles/k2-horizon-local-verify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Claudeのアーティファクトがすごい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https://qiita.com/sagochiko/items/bd48bee62e1fed9c65f3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【AIの取扱説明書 第1章】AIは流暢に間違える ― 生成AIと付き合うために知っておきたい3つの特性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https://qiita.com/tadanok/items/4503a8b9b73cf8fd00fe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MacのローカルLLMを遅くしていたのはモデルではなくテンソルの次元だった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https://qiita.com/emi_ndk/items/a17238b39c34c25453f5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レナード・シェルビーとChatGPTの奇妙な共通点：2000年の映画「メメント」が予言していたLLMアーキテクチャ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https://zenn.dev/cevheri/articles/75314bc8d12eac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AIの回答内容を比較させるサービス「Arena」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https://zenn.dev/ayaextech_fill/articles/what-is-arena-ai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17MBのコード生成SLMを自作して実測した — 語彙サイズと、プロンプト形式の落とし穴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https://zenn.dev/ai_localqmod/articles/slm-17mb-code-generation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OpenAI APIのキャッシュを使い倒す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https://qiita.com/cvusk/items/f37952ab8c85bcc9e56f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【再投稿】AIで一人でゲームを作れるか試したら、35日・実質8人日でApp Store審査、公開まで行った話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https://qiita.com/notfolder/items/32618de3c325e90933d5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化合物の水溶解度を機械学習で予測してみる⑤：SHAP による解釈と文献との比較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https://qiita.com/828rimo/items/6b7deeb6ed7088049af4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(3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会計システムを作ってみよう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https://qiita.com/keiarr/items/271b1f27e5d79c1ca406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クラウドLLMとローカルLLMをどう一元管理するか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https://qiita.com/lykuro/items/667b30671c620225a916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最もアラインしたAIが、なぜ危険度Critical？GPT-6 Astraの矛盾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https://qiita.com/kinamocchi_tech/items/41704c6901b395121dab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AIが問いを立て直した ── 音声のズレを追って感じたLLMの進化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https://zenn.dev/heybombon/articles/8fa195f7b4d73a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要件定義書をLLMと一緒に書いてみて、うまくいったこと・ダメだったこと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https://zenn.dev/vaonvn/articles/a6dab104e54ee4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Claude API の Structured Outputs で JSON パースエラーを撲滅する実装手順 — beta ヘッダー・スキーマ制約・初…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https://qiita.com/yureki_lab/items/44d9155ebe7a4db804ab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AI向けの目次を置いて14日ログを取ったら、148回取られてトップ以外は誰も読まなかった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https://zenn.dev/miki_mini/articles/e5c724bfcc0496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OpenAI API 入門 — API キーの取得から初回リクエストまで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https://zenn.dev/akinori901/articles/20260823-00mt4v7a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【初心者向け】ChatGPTの音声モードでEC座談会をしてみた | EC-CUBE名古屋 vol.125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https://zenn.dev/nanasess/articles/chatgpt-voice-ec-roundtable-vol125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GPT-6 Astra は再現性の高いコードを書く——GPT-5.6 Sol との比較 240 試行で見えた事実（オトナの自由研究 #38）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https://zenn.dev/nnakapa/articles/lab-38-gpt6-astra-gpt56-sol-qcd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「主体なき声」と「コードを書く人間」――〃、こと／事、書き間違いから初音ミクとJavaの未来まで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https://zenn.dev/sen_shimizu/articles/26839d7bbcf341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52歳・下請け10年の私が、半年でコードを書かなくなった話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https://zenn.dev/esora_ueda/articles/legacy-engineer-stopped-coding-in-six-month…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(4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因果推論 Day 22／全30回　効果の異質性、平均の裏で誰に効いて誰に効かないか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https://qiita.com/akiralab/items/e68cd9bb60921149944d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通常のファインチューニングとLoRAでGPUメモリ消費を比較検証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https://zenn.dev/sapolas/articles/0175b65f1e5b8c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Lyria 3.5のモデルID統合とclip-preview廃止で必要な対応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https://qiita.com/picnic/items/026123e37ab65481e2dc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因果推論 Day 21／全30回　ITTとLATE、割付は守られないという現実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https://qiita.com/akiralab/items/58e351dcef244e5045ec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GPT-6 Astra on OpenRouter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https://openrouter.ai/openai/gpt-6-astra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文字数もNGワードも、実は同じ文字列マッチでコード実行検証できる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https://zenn.dev/every_ai_recipe/articles/claim-email-ngword-charcount-check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Gemini 3.8 Flash を GA 翌日に実測、課金される出力トークンの73%が思考ぶんだった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https://qiita.com/kai_kou/items/b7699cec0a06a0ccfbfc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わたしが好きな クッキー×コーヒードリンクの組み合わせ10選【複数AI協業】WEEKDAY COFFEE ROASTERS - 鳥取市の水洗いコーヒー…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https://qiita.com/yamanakapom/items/232babe96dc8a38a55d8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大人用です。1/4円「高校入試頻出問題 CO=?」様を、計算はsympyで作図は手抜きのつもりでした。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https://qiita.com/mrrclb48z/items/cea877780006a059ee6e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AIのプロンプトを打つ人に必要なたった一つのこと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https://qiita.com/pdfractal/items/7f45c13455277009bba1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Fable 5.1 vs GPT-6 Astra、同じ$10/$50でも請求が2倍違う理由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https://qiita.com/GeneLab_999/items/220d7d4a43285df1775b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LLMを信用しないために、素人が1年半かけてHWSという外部監査システムを作った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https://qiita.com/punpunpun5963/items/00b6b2ce4d7319230b1c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(5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AIにデータを集めさせる前に、3つの検査を決める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https://zenn.dev/data_boatrace/articles/18ec84203f366f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大人用です。√x + √y = √261 、x &gt; y「高校入試頻出問題 自然数ｘとｙを求めよ」様を、計算はsympyで作図は手抜きのつもりでした。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https://qiita.com/mrrclb48z/items/ac9ef60581c305940116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Claude/ChatGPT/Gemini 即効スキル25個 全文日本語化（省略なし・コピペ可）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https://zenn.dev/trailfusionai/articles/ai-news-20260513000251-07fa5e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612回の図表再構築テストで分かったOCR・図形・コネクタの実態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https://qiita.com/daviechen/items/047cc1e31c21ad66bbe4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化合物の水溶解度を機械学習で予測してみる④：フィンガープリントの導入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https://qiita.com/828rimo/items/0f8791f604c818708d36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Show HN: TERMy – A fast terminal assistant that does not use LLMs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https://github.com/gioblu/NPC-Forge/blob/main/docs/development.md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耳で聞く！Python で学ぶ マクロ経済学 入門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https://qiita.com/maskot1977/items/226ef503f00dca1b4cf8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DSAのVLOSE指定にChatGPTが加わった。閾値4,500万に対し申告1億5,910万、対応期限は指定通知から4ヶ月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https://qiita.com/quotidia/items/e7e16a68fb321e9859e2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Fable 5.1とGPT-6 Astraの定価が揃った。価格で選べなくなったのではなく、測らないと選べなくなった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https://zenn.dev/genelab_999/articles/2281f72b68e2b0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なぜ、喫茶店以外でスマホでChatGPT使う時は、質問したらすぐに画面を切らないといけないのか？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https://zenn.dev/pdfractal/articles/c4676ea32a5895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【速報・障害情報】ChatGPTおよびCodexで大規模障害発生か（公式調査中）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https://qiita.com/softbase/items/231c4fccfc9dc546e9b1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GPT-6 Astra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https://openai.com/index/gpt-6-astra/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(6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化合物の水溶解度を機械学習で予測してみる③：LightGBM で精度向上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https://qiita.com/828rimo/items/9802e0cbe993559c7356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LLMナレッジのためのブックマーク(URL)処理について考える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https://zenn.dev/k_ts_ngo/articles/97351f029167e6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プレゼンのスライド構成を、AIに骨組みだけ15分で作らせる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https://qiita.com/okssusucha/items/9593deba0bc7f8cfaa76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AI製Markdownを装飾された閲覧用HTMLに変換・共有できるサイトの機能紹介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https://qiita.com/uni928/items/187526b0843bc09a4a39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WordPressプラグインからロリポップ！AIゲートウェイを使う実装手順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https://qiita.com/boraemon2000/items/a6b5579f75ccf5dbbeef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GPT-2-likeからQwen2-likeへの実験：第2回 GELUをSwiGLUに変える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https://zenn.dev/yyamamot/articles/gpt2-to-qwen2-02-swiglu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機械学習入門 第7回：アンサンブル学習を「複数モデルの判断を組み合わせる方法」として理解する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https://qiita.com/yoshisen/items/ed022a3cd246e76ca6a9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Chrome右クリックの「Ask ChatGPT」を消す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https://zenn.dev/ux_xu/articles/7cd612d1e9d637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フレーム問題とは？AIの古典的難問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https://zenn.dev/h888s/articles/gtest-frame-problem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同じ依頼文でClaudeとChatGPTの設計が割れた ― AIクロスレビューでも収束しなかった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https://zenn.dev/colinnxt/articles/68f4fb459a4180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ChatGPT無料版の「1日3ファイル」は、入れるときではなく質問するときに止まりました（2026-08-15の観測）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https://zenn.dev/ojisan_ai_lab/articles/chatgpt-free-file-limit-20260902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大規模言語モデル（LLM）を端末で動かす無料の高校数学AIアプリを開発した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https://zenn.dev/ai_chi/articles/cee2081ac9255a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(7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Show HN: Fly By – retro biplane flying game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https://michaelteter.com/flyby.html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AI文章を整えるSkill「teire」を作ってみた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https://qiita.com/HN6039940/items/e794b2340a113c85fd1d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AI用ドキュメントと開発者用ドキュメントの混在問題を解決する — copilot-instructions 導入時の課題と段階的な運用開始方法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https://qiita.com/h-nasu/items/5634ceb0619b37ef7f98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ファインチューニング比較検証　--ジャンルの異なる学習データを使った時、モデル応答に違いが見られるか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https://zenn.dev/sapolas/articles/45a3a1456e1dfb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監査プロンプトをAIツール別に持つのをやめた。10本を対象別3本へ統合した設計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https://qiita.com/ishizakahiroshi/items/a7065348ad7ca46ca521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画像生成・動画生成のプロンプトを再現可能にする設計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https://qiita.com/mapmc/items/a37fb37d869aa657e300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GitHub Copilot 向けの指示を構造化して管理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https://qiita.com/h-nasu/items/d0b2601bb179a6cdd5eb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SynthIDとは何か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https://zenn.dev/todesking/articles/d23fd40b319388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コラム：ペルソナプロンプトの箱庭設計とは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https://qiita.com/otoyo0318/items/411f8f3d4813f66c3af9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「AIへの指示がうまい人」は、実は言語化がうまいだけ——AIで鍛える一生モノの力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https://qiita.com/Skillsheet-Port/items/0ea38eeebb9b94dc708e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AIを使うときの感覚：上手な指示と長いチャットの扱い方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https://qiita.com/ramutarafarm/items/3625867c29a869e9f94d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AI時代のキャリア戦略　第7回 AIと人間は何が違うのか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https://zenn.dev/jinfuroi/articles/b2e3c2c66f7d74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(8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生成AIと20回改修して、Jupyter Notebook上に「3Dバーチャートレース」を作った話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https://zenn.dev/hajimeteradio3/articles/c710f3020097ae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AI時代のキャリア戦略　第8回 AIは知識を学習する。人間は人生を学習する。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https://zenn.dev/jinfuroi/articles/f5ee4abc096810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