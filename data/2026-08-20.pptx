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ushiYamamoto/items/229af546319c9629e605" TargetMode="External"/><Relationship Id="rId3" Type="http://schemas.openxmlformats.org/officeDocument/2006/relationships/hyperlink" Target="https://qiita.com/locallab/items/e40f7fc4c6b0dae7e776" TargetMode="External"/><Relationship Id="rId4" Type="http://schemas.openxmlformats.org/officeDocument/2006/relationships/hyperlink" Target="https://qiita.com/mhamadajp/items/109238062fd35db3e201"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nori/items/c57ab78ef4b45071077a" TargetMode="External"/><Relationship Id="rId3" Type="http://schemas.openxmlformats.org/officeDocument/2006/relationships/hyperlink" Target="https://qiita.com/rino_yume/items/1fccb35842f6ddd62ccf" TargetMode="External"/><Relationship Id="rId4" Type="http://schemas.openxmlformats.org/officeDocument/2006/relationships/hyperlink" Target="https://qiita.com/sphereSky/items/beb402b1ec3c3c222e7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LemonCake/items/5da2519caa8f8468968b" TargetMode="External"/><Relationship Id="rId3" Type="http://schemas.openxmlformats.org/officeDocument/2006/relationships/hyperlink" Target="https://qiita.com/inoyu-qiita/items/da761304846db4e34c7b" TargetMode="External"/><Relationship Id="rId4" Type="http://schemas.openxmlformats.org/officeDocument/2006/relationships/hyperlink" Target="https://qiita.com/ymp-a/items/dbf8c798fc9a42c88de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killsheet-Port/items/7af78ea9dba1f645f46c" TargetMode="External"/><Relationship Id="rId3" Type="http://schemas.openxmlformats.org/officeDocument/2006/relationships/hyperlink" Target="https://qiita.com/aTunes28/items/77004250bb03b044c9d2" TargetMode="External"/><Relationship Id="rId4" Type="http://schemas.openxmlformats.org/officeDocument/2006/relationships/hyperlink" Target="https://qiita.com/ai_inspection_labo/items/2d229001dc2e8bf2698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kane_/items/3e993e37d89e7e6360d8"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ushiYamamoto/items/229af546319c9629e605" TargetMode="External"/><Relationship Id="rId3" Type="http://schemas.openxmlformats.org/officeDocument/2006/relationships/hyperlink" Target="https://qiita.com/locallab/items/e40f7fc4c6b0dae7e776" TargetMode="External"/><Relationship Id="rId4" Type="http://schemas.openxmlformats.org/officeDocument/2006/relationships/hyperlink" Target="https://qiita.com/mhamadajp/items/109238062fd35db3e201" TargetMode="External"/><Relationship Id="rId5" Type="http://schemas.openxmlformats.org/officeDocument/2006/relationships/hyperlink" Target="https://qiita.com/taka_yayoi/items/d72bf2aee859a5b879e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hirahata0333/articles/5bce68b7a00b31" TargetMode="External"/><Relationship Id="rId3" Type="http://schemas.openxmlformats.org/officeDocument/2006/relationships/hyperlink" Target="https://zenn.dev/keisuke1306/articles/03-chatgpt-claude-codex-roles" TargetMode="External"/><Relationship Id="rId4" Type="http://schemas.openxmlformats.org/officeDocument/2006/relationships/hyperlink" Target="https://qiita.com/ferozmohammad46603/items/ce907a9a9ed640ab2f2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nori/items/c57ab78ef4b45071077a" TargetMode="External"/><Relationship Id="rId3" Type="http://schemas.openxmlformats.org/officeDocument/2006/relationships/hyperlink" Target="https://qiita.com/rino_yume/items/1fccb35842f6ddd62ccf" TargetMode="External"/><Relationship Id="rId4" Type="http://schemas.openxmlformats.org/officeDocument/2006/relationships/hyperlink" Target="https://qiita.com/sphereSky/items/beb402b1ec3c3c222e70" TargetMode="External"/><Relationship Id="rId5" Type="http://schemas.openxmlformats.org/officeDocument/2006/relationships/hyperlink" Target="https://zenn.dev/ccie26302/articles/zenn-gcp-bigquery-vector-search-ra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ccie26302/articles/zenn-gcp-gemini-grounding-search" TargetMode="External"/><Relationship Id="rId3" Type="http://schemas.openxmlformats.org/officeDocument/2006/relationships/hyperlink" Target="https://zenn.dev/nuhemugames/articles/pdf-table-to-json-for-rag" TargetMode="External"/><Relationship Id="rId4" Type="http://schemas.openxmlformats.org/officeDocument/2006/relationships/hyperlink" Target="https://zenn.dev/libercraft/articles/20260819-document-structure-parsing-for-search" TargetMode="External"/><Relationship Id="rId5" Type="http://schemas.openxmlformats.org/officeDocument/2006/relationships/hyperlink" Target="https://zenn.dev/fd_ai_teacher/articles/tech-20260818105204-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LemonCake/items/5da2519caa8f8468968b" TargetMode="External"/><Relationship Id="rId3" Type="http://schemas.openxmlformats.org/officeDocument/2006/relationships/hyperlink" Target="https://qiita.com/inoyu-qiita/items/da761304846db4e34c7b" TargetMode="External"/><Relationship Id="rId4" Type="http://schemas.openxmlformats.org/officeDocument/2006/relationships/hyperlink" Target="https://qiita.com/ymp-a/items/dbf8c798fc9a42c88de0" TargetMode="External"/><Relationship Id="rId5" Type="http://schemas.openxmlformats.org/officeDocument/2006/relationships/hyperlink" Target="https://qiita.com/made_in_jp2525/items/a2f8040b1f459d59e2a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d49739b934606d4abdbd" TargetMode="External"/><Relationship Id="rId3" Type="http://schemas.openxmlformats.org/officeDocument/2006/relationships/hyperlink" Target="https://qiita.com/lowgain/items/907ef13d8dfe4a23ab77" TargetMode="External"/><Relationship Id="rId4" Type="http://schemas.openxmlformats.org/officeDocument/2006/relationships/hyperlink" Target="https://qiita.com/homhom44/items/7ef9024b07a2c5a57a74" TargetMode="External"/><Relationship Id="rId5" Type="http://schemas.openxmlformats.org/officeDocument/2006/relationships/hyperlink" Target="https://qiita.com/jqit_suwa/items/c87c377fa192de27e2a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killsheet-Port/items/7af78ea9dba1f645f46c" TargetMode="External"/><Relationship Id="rId3" Type="http://schemas.openxmlformats.org/officeDocument/2006/relationships/hyperlink" Target="https://qiita.com/aTunes28/items/77004250bb03b044c9d2" TargetMode="External"/><Relationship Id="rId4" Type="http://schemas.openxmlformats.org/officeDocument/2006/relationships/hyperlink" Target="https://qiita.com/ai_inspection_labo/items/2d229001dc2e8bf2698d" TargetMode="External"/><Relationship Id="rId5" Type="http://schemas.openxmlformats.org/officeDocument/2006/relationships/hyperlink" Target="https://qiita.com/mikihitooooo/items/ced6a0aa744379d338b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ZiYuCai1984/items/484a1f8b14cc032064a1" TargetMode="External"/><Relationship Id="rId3" Type="http://schemas.openxmlformats.org/officeDocument/2006/relationships/hyperlink" Target="https://qiita.com/krcross/items/a915959282f9f047a367" TargetMode="External"/><Relationship Id="rId4" Type="http://schemas.openxmlformats.org/officeDocument/2006/relationships/hyperlink" Target="https://qiita.com/kenichiyoshioka/items/33eb43be044f7f19b1fe" TargetMode="External"/><Relationship Id="rId5" Type="http://schemas.openxmlformats.org/officeDocument/2006/relationships/hyperlink" Target="https://qiita.com/Reotech/items/be25d4724ce4a79dc39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kane_/items/3e993e37d89e7e6360d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taka_yayoi/items/f716d2d8c51dc22148e9" TargetMode="External"/><Relationship Id="rId3" Type="http://schemas.openxmlformats.org/officeDocument/2006/relationships/hyperlink" Target="https://qiita.com/kakusan2022/items/deb02907d05f75b89abb" TargetMode="External"/><Relationship Id="rId4" Type="http://schemas.openxmlformats.org/officeDocument/2006/relationships/hyperlink" Target="https://qiita.com/mrrclb48z/items/b447b7d5e214436370d0" TargetMode="External"/><Relationship Id="rId5" Type="http://schemas.openxmlformats.org/officeDocument/2006/relationships/hyperlink" Target="https://qiita.com/b2b_tools/items/b71666127191cedac0ff" TargetMode="External"/><Relationship Id="rId6" Type="http://schemas.openxmlformats.org/officeDocument/2006/relationships/hyperlink" Target="https://qiita.com/eiri_ai/items/b5d9a15519cc5fd810aa" TargetMode="External"/><Relationship Id="rId7" Type="http://schemas.openxmlformats.org/officeDocument/2006/relationships/hyperlink" Target="https://qiita.com/a01093972190/items/4f5ee9135e823d5591c8" TargetMode="External"/><Relationship Id="rId8" Type="http://schemas.openxmlformats.org/officeDocument/2006/relationships/hyperlink" Target="https://qiita.com/trhlog/items/bc86822c2fd121fc1ebc" TargetMode="External"/><Relationship Id="rId9" Type="http://schemas.openxmlformats.org/officeDocument/2006/relationships/hyperlink" Target="https://qiita.com/uni928/items/f31e7b47fe65b7ae9530" TargetMode="External"/><Relationship Id="rId10" Type="http://schemas.openxmlformats.org/officeDocument/2006/relationships/hyperlink" Target="https://qiita.com/kinamocchi_tech/items/655ae991322bfcb8a1fa" TargetMode="External"/><Relationship Id="rId11" Type="http://schemas.openxmlformats.org/officeDocument/2006/relationships/hyperlink" Target="https://qiita.com/okssusucha/items/2aa2912c84f819fd7077" TargetMode="External"/><Relationship Id="rId12" Type="http://schemas.openxmlformats.org/officeDocument/2006/relationships/hyperlink" Target="https://qiita.com/Junko-Takahashi-Cloud/items/67bfcb939eee1e66d0df" TargetMode="External"/><Relationship Id="rId13" Type="http://schemas.openxmlformats.org/officeDocument/2006/relationships/hyperlink" Target="https://www.youtube.com/watch?v=xHEnWvKmSK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zuharu2022/items/b15ec5c90f83b9cf588f" TargetMode="External"/><Relationship Id="rId3" Type="http://schemas.openxmlformats.org/officeDocument/2006/relationships/hyperlink" Target="https://qiita.com/maskot1977/items/9fcb7361856431a79ab6" TargetMode="External"/><Relationship Id="rId4" Type="http://schemas.openxmlformats.org/officeDocument/2006/relationships/hyperlink" Target="https://qiita.com/h-nabata/items/80e75333ecb952ae2979" TargetMode="External"/><Relationship Id="rId5" Type="http://schemas.openxmlformats.org/officeDocument/2006/relationships/hyperlink" Target="https://qiita.com/torimaro/items/4f0a3dd7ea4865b45c6f" TargetMode="External"/><Relationship Id="rId6" Type="http://schemas.openxmlformats.org/officeDocument/2006/relationships/hyperlink" Target="https://qiita.com/TOAI/items/a6b55f91852ffe39323b" TargetMode="External"/><Relationship Id="rId7" Type="http://schemas.openxmlformats.org/officeDocument/2006/relationships/hyperlink" Target="https://qiita.com/ryu-ki/items/83897ed6ebd2199b250e" TargetMode="External"/><Relationship Id="rId8" Type="http://schemas.openxmlformats.org/officeDocument/2006/relationships/hyperlink" Target="https://qiita.com/ynakayama/items/4cc745f96808a2d0e686" TargetMode="External"/><Relationship Id="rId9" Type="http://schemas.openxmlformats.org/officeDocument/2006/relationships/hyperlink" Target="https://zenn.dev/ament3/articles/ai-digest-2026-08-19-2226" TargetMode="External"/><Relationship Id="rId10" Type="http://schemas.openxmlformats.org/officeDocument/2006/relationships/hyperlink" Target="https://zenn.dev/h888s/articles/genai-neural-network" TargetMode="External"/><Relationship Id="rId11" Type="http://schemas.openxmlformats.org/officeDocument/2006/relationships/hyperlink" Target="https://qiita.com/WasshoiSugiya/items/bf3408a1ee02ddf6ede1" TargetMode="External"/><Relationship Id="rId12" Type="http://schemas.openxmlformats.org/officeDocument/2006/relationships/hyperlink" Target="https://qiita.com/Matter/items/5162f5281c5a65c1a5e3" TargetMode="External"/><Relationship Id="rId13" Type="http://schemas.openxmlformats.org/officeDocument/2006/relationships/hyperlink" Target="https://zenn.dev/every_ai_recipe/articles/ai-role-defense-length-dilu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yota-ender/items/853194926487662bc827" TargetMode="External"/><Relationship Id="rId3" Type="http://schemas.openxmlformats.org/officeDocument/2006/relationships/hyperlink" Target="https://qiita.com/xiongyuanmeng1006/items/6bb698f274ce61247a16" TargetMode="External"/><Relationship Id="rId4" Type="http://schemas.openxmlformats.org/officeDocument/2006/relationships/hyperlink" Target="https://zenn.dev/kazuma_horiike/articles/262a68d6c08054" TargetMode="External"/><Relationship Id="rId5" Type="http://schemas.openxmlformats.org/officeDocument/2006/relationships/hyperlink" Target="https://qiita.com/kazuharu2022/items/f46b219cb80154e8e368" TargetMode="External"/><Relationship Id="rId6" Type="http://schemas.openxmlformats.org/officeDocument/2006/relationships/hyperlink" Target="https://qiita.com/y-shimano/items/f38d20bc27f464e0e2b4" TargetMode="External"/><Relationship Id="rId7" Type="http://schemas.openxmlformats.org/officeDocument/2006/relationships/hyperlink" Target="https://qiita.com/I635230/items/390d20b6c6e3eef92f45" TargetMode="External"/><Relationship Id="rId8" Type="http://schemas.openxmlformats.org/officeDocument/2006/relationships/hyperlink" Target="https://zenn.dev/taka4/articles/000243de004165" TargetMode="External"/><Relationship Id="rId9" Type="http://schemas.openxmlformats.org/officeDocument/2006/relationships/hyperlink" Target="https://jeremymorrell.dev/blog/extensible-software-in-the-age-of-llms/" TargetMode="External"/><Relationship Id="rId10" Type="http://schemas.openxmlformats.org/officeDocument/2006/relationships/hyperlink" Target="https://qiita.com/kinamocchi_tech/items/a17a621e502b3c2d577d" TargetMode="External"/><Relationship Id="rId11" Type="http://schemas.openxmlformats.org/officeDocument/2006/relationships/hyperlink" Target="https://zenn.dev/ace_toshi/articles/trpg-local-devlog-01" TargetMode="External"/><Relationship Id="rId12" Type="http://schemas.openxmlformats.org/officeDocument/2006/relationships/hyperlink" Target="https://zenn.dev/ossudesu/articles/zenn-pii-masking-article" TargetMode="External"/><Relationship Id="rId13" Type="http://schemas.openxmlformats.org/officeDocument/2006/relationships/hyperlink" Target="https://qiita.com/i_aki0110/items/879c2a556782a5998acb"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GeneLab_999/items/dd7bfa454fde2d60f2d1" TargetMode="External"/><Relationship Id="rId3" Type="http://schemas.openxmlformats.org/officeDocument/2006/relationships/hyperlink" Target="https://qiita.com/uni928/items/93c92bea1ea9e728fba3" TargetMode="External"/><Relationship Id="rId4" Type="http://schemas.openxmlformats.org/officeDocument/2006/relationships/hyperlink" Target="https://qiita.com/masataka55/items/6c7828f6e4f26bb1b07c" TargetMode="External"/><Relationship Id="rId5" Type="http://schemas.openxmlformats.org/officeDocument/2006/relationships/hyperlink" Target="https://zenn.dev/erhg/articles/6f6afb57a04e0d" TargetMode="External"/><Relationship Id="rId6" Type="http://schemas.openxmlformats.org/officeDocument/2006/relationships/hyperlink" Target="https://qiita.com/kinamocchi_tech/items/0c21aa667f36197d25b2" TargetMode="External"/><Relationship Id="rId7" Type="http://schemas.openxmlformats.org/officeDocument/2006/relationships/hyperlink" Target="https://qiita.com/masykot582/items/d92383b0d34acd3d8bd5" TargetMode="External"/><Relationship Id="rId8" Type="http://schemas.openxmlformats.org/officeDocument/2006/relationships/hyperlink" Target="https://qiita.com/nkstm_0410/items/6145b1aaf27c16366303" TargetMode="External"/><Relationship Id="rId9" Type="http://schemas.openxmlformats.org/officeDocument/2006/relationships/hyperlink" Target="https://qiita.com/ha-te/items/06c494ebc392d3113b8a" TargetMode="External"/><Relationship Id="rId10" Type="http://schemas.openxmlformats.org/officeDocument/2006/relationships/hyperlink" Target="https://zenn.dev/kiri_kunn/articles/a74e1d32e2a74d" TargetMode="External"/><Relationship Id="rId11" Type="http://schemas.openxmlformats.org/officeDocument/2006/relationships/hyperlink" Target="https://qiita.com/quotidia/items/b8c360f21c7a2f37a744" TargetMode="External"/><Relationship Id="rId12" Type="http://schemas.openxmlformats.org/officeDocument/2006/relationships/hyperlink" Target="https://qiita.com/azarashin/items/0a37ec8cce7c75d7f5eb" TargetMode="External"/><Relationship Id="rId13" Type="http://schemas.openxmlformats.org/officeDocument/2006/relationships/hyperlink" Target="https://zenn.dev/tohru_ohnishi/articles/cd0e318ae2641c"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kiralab/items/4b117bedcd3adcf5791b" TargetMode="External"/><Relationship Id="rId3" Type="http://schemas.openxmlformats.org/officeDocument/2006/relationships/hyperlink" Target="https://qiita.com/io0323/items/123c495c40fdd46a9e60" TargetMode="External"/><Relationship Id="rId4" Type="http://schemas.openxmlformats.org/officeDocument/2006/relationships/hyperlink" Target="https://qiita.com/maskot1977/items/beb19f99e921b50322af" TargetMode="External"/><Relationship Id="rId5" Type="http://schemas.openxmlformats.org/officeDocument/2006/relationships/hyperlink" Target="https://zenn.dev/satoshiakiyama/articles/b76885ec9e5f75" TargetMode="External"/><Relationship Id="rId6" Type="http://schemas.openxmlformats.org/officeDocument/2006/relationships/hyperlink" Target="https://qiita.com/mrrclb48z/items/8dd4ca9f8929a4cfe459" TargetMode="External"/><Relationship Id="rId7" Type="http://schemas.openxmlformats.org/officeDocument/2006/relationships/hyperlink" Target="https://qiita.com/kenmatsu4/items/3126a7ff8d626f220202" TargetMode="External"/><Relationship Id="rId8" Type="http://schemas.openxmlformats.org/officeDocument/2006/relationships/hyperlink" Target="https://qiita.com/thun-c/items/c8f72927ff0fbe3aa705" TargetMode="External"/><Relationship Id="rId9" Type="http://schemas.openxmlformats.org/officeDocument/2006/relationships/hyperlink" Target="https://qiita.com/Akiko_Miyamoto/items/4f28eb75891f23221e70" TargetMode="External"/><Relationship Id="rId10" Type="http://schemas.openxmlformats.org/officeDocument/2006/relationships/hyperlink" Target="https://github.com/vixhal-baraiya/microgpt-c" TargetMode="External"/><Relationship Id="rId11" Type="http://schemas.openxmlformats.org/officeDocument/2006/relationships/hyperlink" Target="https://qiita.com/akiralab/items/103d9831a97452668f9b" TargetMode="External"/><Relationship Id="rId12" Type="http://schemas.openxmlformats.org/officeDocument/2006/relationships/hyperlink" Target="https://zenn.dev/kenimo49/articles/ai-assist-button-5-traps" TargetMode="External"/><Relationship Id="rId13" Type="http://schemas.openxmlformats.org/officeDocument/2006/relationships/hyperlink" Target="https://qiita.com/h-nasu/items/d0b2601bb179a6cdd5eb"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inamocchi_tech/items/0524507518ad77c55450" TargetMode="External"/><Relationship Id="rId3" Type="http://schemas.openxmlformats.org/officeDocument/2006/relationships/hyperlink" Target="https://qiita.com/shirube-lab/items/ec7d89391940e0f17058" TargetMode="External"/><Relationship Id="rId4" Type="http://schemas.openxmlformats.org/officeDocument/2006/relationships/hyperlink" Target="https://qiita.com/kuis/items/299df6c76fa3870aec69" TargetMode="External"/><Relationship Id="rId5" Type="http://schemas.openxmlformats.org/officeDocument/2006/relationships/hyperlink" Target="https://zenn.dev/mkj/articles/runpod-cost-optimization_20260724" TargetMode="External"/><Relationship Id="rId6" Type="http://schemas.openxmlformats.org/officeDocument/2006/relationships/hyperlink" Target="https://qiita.com/maskot1977/items/32ea927727c693cff1cb" TargetMode="External"/><Relationship Id="rId7" Type="http://schemas.openxmlformats.org/officeDocument/2006/relationships/hyperlink" Target="https://qiita.com/0903osa/items/e9f2dc5906c9c0ac635c" TargetMode="External"/><Relationship Id="rId8" Type="http://schemas.openxmlformats.org/officeDocument/2006/relationships/hyperlink" Target="https://qiita.com/asayan_mana/items/dd33e421e3cccc0430b1" TargetMode="External"/><Relationship Id="rId9" Type="http://schemas.openxmlformats.org/officeDocument/2006/relationships/hyperlink" Target="https://qiita.com/mrrclb48z/items/9a6c5aa6f48d4b85093b" TargetMode="External"/><Relationship Id="rId10" Type="http://schemas.openxmlformats.org/officeDocument/2006/relationships/hyperlink" Target="https://qiita.com/terurl/items/42f8ca935e30888fdbd1" TargetMode="External"/><Relationship Id="rId11" Type="http://schemas.openxmlformats.org/officeDocument/2006/relationships/hyperlink" Target="https://zenn.dev/satoshiakiyama/articles/fa3ac9ac64cc93" TargetMode="External"/><Relationship Id="rId12" Type="http://schemas.openxmlformats.org/officeDocument/2006/relationships/hyperlink" Target="https://zenn.dev/suwash/articles/openai-web-computer-history-p2_20260815" TargetMode="External"/><Relationship Id="rId13" Type="http://schemas.openxmlformats.org/officeDocument/2006/relationships/hyperlink" Target="https://qiita.com/maskot1977/items/58214aaa5c08ffb3219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icomia/items/b4303b25e4679630a7bc" TargetMode="External"/><Relationship Id="rId3" Type="http://schemas.openxmlformats.org/officeDocument/2006/relationships/hyperlink" Target="https://zenn.dev/kotakotahiro/articles/28b4f169d7ee5b" TargetMode="External"/><Relationship Id="rId4" Type="http://schemas.openxmlformats.org/officeDocument/2006/relationships/hyperlink" Target="https://qiita.com/Reotech/items/8df27c15430b35b97cad" TargetMode="External"/><Relationship Id="rId5" Type="http://schemas.openxmlformats.org/officeDocument/2006/relationships/hyperlink" Target="https://zenn.dev/upgradetech/articles/962c9d557465b2" TargetMode="External"/><Relationship Id="rId6" Type="http://schemas.openxmlformats.org/officeDocument/2006/relationships/hyperlink" Target="https://zenn.dev/paseri_kurosawa/articles/2486fc3766b201" TargetMode="External"/><Relationship Id="rId7" Type="http://schemas.openxmlformats.org/officeDocument/2006/relationships/hyperlink" Target="https://zenn.dev/every_ai_recipe/articles/ai-model-check-3-steps" TargetMode="External"/><Relationship Id="rId8" Type="http://schemas.openxmlformats.org/officeDocument/2006/relationships/hyperlink" Target="https://zenn.dev/shige111111324/articles/c27df84f5fff95" TargetMode="External"/><Relationship Id="rId9" Type="http://schemas.openxmlformats.org/officeDocument/2006/relationships/hyperlink" Target="https://qiita.com/s_horikoshi/items/22804dfa955e2ce46255" TargetMode="External"/><Relationship Id="rId10" Type="http://schemas.openxmlformats.org/officeDocument/2006/relationships/hyperlink" Target="https://zenn.dev/todesking/articles/d23fd40b319388" TargetMode="External"/><Relationship Id="rId11" Type="http://schemas.openxmlformats.org/officeDocument/2006/relationships/hyperlink" Target="https://zenn.dev/nishimo/articles/m365-apps-excel-chatgpt-addin" TargetMode="External"/><Relationship Id="rId12" Type="http://schemas.openxmlformats.org/officeDocument/2006/relationships/hyperlink" Target="https://qiita.com/Skillsheet-Port/items/0ea38eeebb9b94dc708e" TargetMode="External"/><Relationship Id="rId13" Type="http://schemas.openxmlformats.org/officeDocument/2006/relationships/hyperlink" Target="https://qiita.com/ramutarafarm/items/3625867c29a869e9f94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apls/items/8acc4aa395b04c184e96" TargetMode="External"/><Relationship Id="rId3" Type="http://schemas.openxmlformats.org/officeDocument/2006/relationships/hyperlink" Target="https://qiita.com/Skillsheet-Port/items/4cd692961ed03421b794" TargetMode="External"/><Relationship Id="rId4" Type="http://schemas.openxmlformats.org/officeDocument/2006/relationships/hyperlink" Target="https://zenn.dev/jinfuroi/articles/b2e3c2c66f7d74" TargetMode="External"/><Relationship Id="rId5" Type="http://schemas.openxmlformats.org/officeDocument/2006/relationships/hyperlink" Target="https://qiita.com/masa1113/items/a5093e0c5cd81ff56e10" TargetMode="External"/><Relationship Id="rId6" Type="http://schemas.openxmlformats.org/officeDocument/2006/relationships/hyperlink" Target="https://qiita.com/emuyn/items/4379a56943d36d20ef02" TargetMode="External"/><Relationship Id="rId7" Type="http://schemas.openxmlformats.org/officeDocument/2006/relationships/hyperlink" Target="https://zenn.dev/hajimeteradio3/articles/c710f3020097ae" TargetMode="External"/><Relationship Id="rId8" Type="http://schemas.openxmlformats.org/officeDocument/2006/relationships/hyperlink" Target="https://zenn.dev/jinfuroi/articles/f5ee4abc096810" TargetMode="External"/><Relationship Id="rId9" Type="http://schemas.openxmlformats.org/officeDocument/2006/relationships/hyperlink" Target="https://qiita.com/AlexAlex/items/553b864dd25c0ce81adb" TargetMode="External"/><Relationship Id="rId10" Type="http://schemas.openxmlformats.org/officeDocument/2006/relationships/hyperlink" Target="https://qiita.com/Yukidarusan/items/334a22d80a482e70e914" TargetMode="External"/><Relationship Id="rId11" Type="http://schemas.openxmlformats.org/officeDocument/2006/relationships/hyperlink" Target="https://qiita.com/otoyo0318/items/70b38489cf68f3a71ad7" TargetMode="External"/><Relationship Id="rId12" Type="http://schemas.openxmlformats.org/officeDocument/2006/relationships/hyperlink" Target="https://qiita.com/moname_ai/items/b665e51fb6f754bc768b" TargetMode="External"/><Relationship Id="rId13" Type="http://schemas.openxmlformats.org/officeDocument/2006/relationships/hyperlink" Target="https://qiita.com/ha-te/items/0b0bd40a8806572743c8"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a-te/items/a477099b8255f58c12be" TargetMode="External"/><Relationship Id="rId3" Type="http://schemas.openxmlformats.org/officeDocument/2006/relationships/hyperlink" Target="https://zenn.dev/sapolas/articles/7e36aca3347e06" TargetMode="External"/><Relationship Id="rId4" Type="http://schemas.openxmlformats.org/officeDocument/2006/relationships/hyperlink" Target="https://zenn.dev/kenta_kadowaki/articles/56d3a5023562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2026-08-20</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総収集記事数：214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7 件</a:t>
                      </a:r>
                    </a:p>
                  </a:txBody>
                  <a:tcPr>
                    <a:solidFill>
                      <a:srgbClr val="1E2D47"/>
                    </a:solidFill>
                  </a:tcPr>
                </a:tc>
                <a:tc>
                  <a:txBody>
                    <a:bodyPr/>
                    <a:lstStyle/>
                    <a:p>
                      <a:pPr algn="ctr"/>
                      <a:r>
                        <a:rPr sz="1200" b="0">
                          <a:solidFill>
                            <a:srgbClr val="D0E4F7"/>
                          </a:solidFill>
                        </a:rPr>
                        <a:t>2.8%</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35 件</a:t>
                      </a:r>
                    </a:p>
                  </a:txBody>
                  <a:tcPr>
                    <a:solidFill>
                      <a:srgbClr val="162238"/>
                    </a:solidFill>
                  </a:tcPr>
                </a:tc>
                <a:tc>
                  <a:txBody>
                    <a:bodyPr/>
                    <a:lstStyle/>
                    <a:p>
                      <a:pPr algn="ctr"/>
                      <a:r>
                        <a:rPr sz="1200" b="0">
                          <a:solidFill>
                            <a:srgbClr val="D0E4F7"/>
                          </a:solidFill>
                        </a:rPr>
                        <a:t>14.1%</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79 件</a:t>
                      </a:r>
                    </a:p>
                  </a:txBody>
                  <a:tcPr>
                    <a:solidFill>
                      <a:srgbClr val="1E2D47"/>
                    </a:solidFill>
                  </a:tcPr>
                </a:tc>
                <a:tc>
                  <a:txBody>
                    <a:bodyPr/>
                    <a:lstStyle/>
                    <a:p>
                      <a:pPr algn="ctr"/>
                      <a:r>
                        <a:rPr sz="1200" b="0">
                          <a:solidFill>
                            <a:srgbClr val="D0E4F7"/>
                          </a:solidFill>
                        </a:rPr>
                        <a:t>31.7%</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23 件</a:t>
                      </a:r>
                    </a:p>
                  </a:txBody>
                  <a:tcPr>
                    <a:solidFill>
                      <a:srgbClr val="162238"/>
                    </a:solidFill>
                  </a:tcPr>
                </a:tc>
                <a:tc>
                  <a:txBody>
                    <a:bodyPr/>
                    <a:lstStyle/>
                    <a:p>
                      <a:pPr algn="ctr"/>
                      <a:r>
                        <a:rPr sz="1200" b="0">
                          <a:solidFill>
                            <a:srgbClr val="D0E4F7"/>
                          </a:solidFill>
                        </a:rPr>
                        <a:t>9.2%</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6 件</a:t>
                      </a:r>
                    </a:p>
                  </a:txBody>
                  <a:tcPr>
                    <a:solidFill>
                      <a:srgbClr val="1E2D47"/>
                    </a:solidFill>
                  </a:tcPr>
                </a:tc>
                <a:tc>
                  <a:txBody>
                    <a:bodyPr/>
                    <a:lstStyle/>
                    <a:p>
                      <a:pPr algn="ctr"/>
                      <a:r>
                        <a:rPr sz="1200" b="0">
                          <a:solidFill>
                            <a:srgbClr val="D0E4F7"/>
                          </a:solidFill>
                        </a:rPr>
                        <a:t>2.4%</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99 件</a:t>
                      </a:r>
                    </a:p>
                  </a:txBody>
                  <a:tcPr>
                    <a:solidFill>
                      <a:srgbClr val="162238"/>
                    </a:solidFill>
                  </a:tcPr>
                </a:tc>
                <a:tc>
                  <a:txBody>
                    <a:bodyPr/>
                    <a:lstStyle/>
                    <a:p>
                      <a:pPr algn="ctr"/>
                      <a:r>
                        <a:rPr sz="1200" b="0">
                          <a:solidFill>
                            <a:srgbClr val="D0E4F7"/>
                          </a:solidFill>
                        </a:rPr>
                        <a:t>39.8%</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249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Copilot StudioとDifyの共通点と違いを初心者向けに整理する</a:t>
            </a:r>
            <a:r>
              <a:rPr sz="900">
                <a:solidFill>
                  <a:srgbClr val="7F8C8D"/>
                </a:solidFill>
              </a:rPr>
              <a:t>  (2026-08-20)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https://qiita.com/YushiYamamoto/items/229af546319c9629e605</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!Copilot Studio vs Dify comparison diagram
「会話できるAIアプリを、画面操作で作りたい」という入口は同じでも、Microsoft Copilot Studio と Dify は置かれている場所が違います。Microsoft Learnの概要（ms.dat</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Claude Code × OpenRouter 無料モデル 5選比較: 実務で使える品質・速度・コンテキスト長を徹底検証 2026年版</a:t>
            </a:r>
            <a:r>
              <a:rPr sz="900">
                <a:solidFill>
                  <a:srgbClr val="7F8C8D"/>
                </a:solidFill>
              </a:rPr>
              <a:t>  (2026-08-19)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https://qiita.com/locallab/items/e40f7fc4c6b0dae7e776</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TL;DR
- OpenRouter の  サフィックスモデルは 2026 年時点で 商用利用可能・高品質なものが 5 モデル以上 存在する
- コード補完・要約・翻訳・ロールプレイ用途で モデルごとに得意不得意が明確 に分かれる
- Claude Code の  を保持しつつ、サブタスクや自動化</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最初から業務全体を自動化しなくてよい</a:t>
            </a:r>
            <a:r>
              <a:rPr sz="900">
                <a:solidFill>
                  <a:srgbClr val="7F8C8D"/>
                </a:solidFill>
              </a:rPr>
              <a:t>  (2026-08-18)</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https://qiita.com/mhamadajp/items/109238062fd35db3e201</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日立建機の技術問い合わせ対応に学ぶ、ボトムアップ型AIエージェント導入
生成AIの全社導入では、経営が方針を示し、予算と共通基盤を用意し、情報システム部門がルールと研修を整えるトップダウンの推進が重要である。だが、それだけでは現場で本当に使われるAIは生まれにくい。
経営が掲げる「生産性向上」「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Oracle AI Data Platformでプログラム無しで、AIエージェントを使って、自分のデータのRAG構成をつくってみた</a:t>
            </a:r>
            <a:r>
              <a:rPr sz="900">
                <a:solidFill>
                  <a:srgbClr val="7F8C8D"/>
                </a:solidFill>
              </a:rPr>
              <a:t>  (2026-08-20)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https://qiita.com/s-nori/items/c57ab78ef4b45071077a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生成AIを使ったアプリケーションを作る際、よく登場する構成の一つが RAG（Retrieval-Augmented Generation） です。
RAGを利用すると、LLMがもともと持っている知識だけではなく、自分たちが用意したドキュメントやナレッジを検索し、その内容をもとに回答を生</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Ubuntu 24.04 + RTX 4060 TiでローカルAI開発環境を作り直す r004 ― Ollama / Open WebUI / Serena / Docl…</a:t>
            </a:r>
            <a:r>
              <a:rPr sz="900">
                <a:solidFill>
                  <a:srgbClr val="7F8C8D"/>
                </a:solidFill>
              </a:rPr>
              <a:t>  (2026-08-20)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https://qiita.com/rino_yume/items/1fccb35842f6ddd62ccf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Ubuntu 24.04 + RTX 4060 TiでローカルAI開発環境を作り直す r004 ― Ollama / Open WebUI / Serena / Docling / Qdrant / FastAPI
はじめに
社内の過去資料をAIで検索したり、手元のコードをAIに読ませて修正を手</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Zilliz Cloud が GCP 東京リージョン（asia-northeast1）に対応しました 〜 GCP 上で始めるベクトル検索・ハンズオン付き</a:t>
            </a:r>
            <a:r>
              <a:rPr sz="900">
                <a:solidFill>
                  <a:srgbClr val="7F8C8D"/>
                </a:solidFill>
              </a:rPr>
              <a:t>  (2026-08-19)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https://qiita.com/sphereSky/items/beb402b1ec3c3c222e70</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TL;DR
- Zilliz Cloud が Google Cloud の東京リージョン（）で利用可能になりました。
- これまで日本国内にデータを置きたい場合の選択肢は AWS 東京（）でしたが、GCP をメインで使っているチームも、クロスクラウド構成なしで国内完結できるようになります。
- 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AIエージェントの「完了しました」を信じない：外部状態で完了を検証する設計</a:t>
            </a:r>
            <a:r>
              <a:rPr sz="900">
                <a:solidFill>
                  <a:srgbClr val="7F8C8D"/>
                </a:solidFill>
              </a:rPr>
              <a:t>  (2026-08-20)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https://qiita.com/LemonCake/items/5da2519caa8f8468968b</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AIエージェントを業務システムに接続すると、ログ上の  と「業務が完了した」は別の意味になります。
たとえば、CRMの更新APIが200を返した、返金メールを送った、Slackへ招待を送った。これらはすべて実行された操作の証拠です。しかし、顧客が「Qualified」になっていること、返金が実際に</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Codeを毎朝7時に一足先に「出社」させて、今日の予定と「Slackの宿題」を1通で提出させる</a:t>
            </a:r>
            <a:r>
              <a:rPr sz="900">
                <a:solidFill>
                  <a:srgbClr val="7F8C8D"/>
                </a:solidFill>
              </a:rPr>
              <a:t>  (2026-08-20)</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https://qiita.com/inoyu-qiita/items/da761304846db4e34c7b</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先日AI HACK2026で優勝した社内のUさん(@haru-qiita)に教えていただいたクラウドルーティン活用術の実践編です！
はじめに
Claude Codeの「ルーティン」（クラウド上で定期実行されるエージェント）に、毎平日の朝7時、自分より一足先に「出社」してもらい、Googleカレン</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ChatGPTで壁打ちして、Claude Codeで成果を管理するようになった</a:t>
            </a:r>
            <a:r>
              <a:rPr sz="900">
                <a:solidFill>
                  <a:srgbClr val="7F8C8D"/>
                </a:solidFill>
              </a:rPr>
              <a:t>  (2026-08-20)</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https://qiita.com/ymp-a/items/dbf8c798fc9a42c88de0</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このシリーズについて
AI と一緒にキャリア資産を育てていく過程を記録しています。この記事は第3回です。
はじめに
前回は、AI との壁打ちで出てきた成果を GitHub のプライベートリポジトリへ移した話を書きました。
その最後に「次回は AI が経歴を書き間違えた話を書きます」と予告した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「AI使ってます」を、5段階で定義してみた——現場で見たAI活用レベルの共通言語</a:t>
            </a:r>
            <a:r>
              <a:rPr sz="900">
                <a:solidFill>
                  <a:srgbClr val="7F8C8D"/>
                </a:solidFill>
              </a:rPr>
              <a:t>  (2026-08-20)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https://qiita.com/Skillsheet-Port/items/7af78ea9dba1f645f46c</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「AI使ってます」を5段階で定義してみた——スキルシートで損しないためのAI活用レベル
「AI使ってます」——この一言のレベル感は、人によって違いすぎる。
壁打ちに使う人も、ツールを自作する人も、同じ言葉を使う。
だからスキルシートでも面談でも、この言葉はそのままでは何も伝わらない。
約500人の</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昼は建物の設備、夜はサーバーとコード ― 二足のわらじの自己紹介</a:t>
            </a:r>
            <a:r>
              <a:rPr sz="900">
                <a:solidFill>
                  <a:srgbClr val="7F8C8D"/>
                </a:solidFill>
              </a:rPr>
              <a:t>  (2026-08-19)</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https://qiita.com/aTunes28/items/77004250bb03b044c9d2</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初投稿：昼は建物の設備、夜はサーバーとコード ― 二足のわらじの自己紹介
はじめに
はじめまして。この記事がQiitaでの初投稿になります。
私には、少し離れた二つの顔があります。
昼は、建築設備の設計監理をしています。空調・電気・給排水といった、建物を動かすためのシステムを、図面と現場で設</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機械学習・画像処理による外観検査の運用設計：「どの閾値を選択するか」を現場と握るプロセスこそがAIプロジェクトの成否を決める</a:t>
            </a:r>
            <a:r>
              <a:rPr sz="900">
                <a:solidFill>
                  <a:srgbClr val="7F8C8D"/>
                </a:solidFill>
              </a:rPr>
              <a:t>  (2026-08-19)</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https://qiita.com/ai_inspection_labo/items/2d229001dc2e8bf2698d</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&lt;div align="center"&gt;
  &lt;img src="https://qiita-image-store.s3.ap-northeast-1.amazonaws.com/0/4487235/f709de65-5884-4a82-97cc-754738912da5.png" wi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プロンプトインジェクション検知の精度は言語によって変わるのか?6言語・6000文で検証してみた</a:t>
            </a:r>
            <a:r>
              <a:rPr sz="900">
                <a:solidFill>
                  <a:srgbClr val="7F8C8D"/>
                </a:solidFill>
              </a:rPr>
              <a:t>  (2026-08-20)</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https://qiita.com/A-kane_/items/3e993e37d89e7e6360d8</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プロンプトインジェクション検知の精度は言語によって変わるのか?6言語・6000文で検証してみた
はじめに
以前、ルールベース+自作TF-IDFのハイブリッド方式で、ローカル完結型のプロンプトインジェクション検知CLIツールを作りました。ただし文脈依存の遠回しな攻撃に弱く(Recall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Copilot StudioとDifyの共通点と違いを初心者向けに整理する</a:t>
            </a:r>
            <a:r>
              <a:rPr sz="900">
                <a:solidFill>
                  <a:srgbClr val="7F8C8D"/>
                </a:solidFill>
              </a:rPr>
              <a:t>  (2026-08-20)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https://qiita.com/YushiYamamoto/items/229af546319c9629e605</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!Copilot Studio vs Dify comparison diagram
「会話できるAIアプリを、画面操作で作りたい」という入口は同じでも、Microsoft Copilot Studio と Dify は置かれている場所が</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 × OpenRouter 無料モデル 5選比較: 実務で使える品質・速度・コンテキスト長を徹底検証 2026年版</a:t>
            </a:r>
            <a:r>
              <a:rPr sz="900">
                <a:solidFill>
                  <a:srgbClr val="7F8C8D"/>
                </a:solidFill>
              </a:rPr>
              <a:t>  (2026-08-19)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https://qiita.com/locallab/items/e40f7fc4c6b0dae7e776</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TL;DR
- OpenRouter の  サフィックスモデルは 2026 年時点で 商用利用可能・高品質なものが 5 モデル以上 存在する
- コード補完・要約・翻訳・ロールプレイ用途で モデルごとに得意不得意が明確 に分かれる
- C</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最初から業務全体を自動化しなくてよい</a:t>
            </a:r>
            <a:r>
              <a:rPr sz="900">
                <a:solidFill>
                  <a:srgbClr val="7F8C8D"/>
                </a:solidFill>
              </a:rPr>
              <a:t>  (2026-08-18)</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https://qiita.com/mhamadajp/items/109238062fd35db3e201</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日立建機の技術問い合わせ対応に学ぶ、ボトムアップ型AIエージェント導入
生成AIの全社導入では、経営が方針を示し、予算と共通基盤を用意し、情報システム部門がルールと研修を整えるトップダウンの推進が重要である。だが、それだけでは現場で本当に</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Genie Code for ML でチャーン予測を一気通貫 (2) — Unity Catalog登録からModel Servingまで任せる</a:t>
            </a:r>
            <a:r>
              <a:rPr sz="900">
                <a:solidFill>
                  <a:srgbClr val="7F8C8D"/>
                </a:solidFill>
              </a:rPr>
              <a:t>  (2026-08-17)</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https://qiita.com/taka_yayoi/items/d72bf2aee859a5b879e9</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Data + AI Summit 2026で、Genie CodeにML向けの強化が入った「Genie Code for ML」が発表されました。データ探索からモデルの学習・比較、MLflow/Unity Catalogへの登録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【比較】画像生成＆Drive保存を自動化できるAIはどれ？</a:t>
            </a:r>
            <a:r>
              <a:rPr sz="900">
                <a:solidFill>
                  <a:srgbClr val="7F8C8D"/>
                </a:solidFill>
              </a:rPr>
              <a:t>  (2026-08-17)</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2"/>
              </a:rPr>
              <a:t>https://zenn.dev/hirahata0333/articles/5bce68b7a00b31</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Webサイト制作をしていると、ダミー画像やちょっとした素材が大量に必要になることがあります。
そこで今回は、**「空いたトークンを活用して、画像生成からGoogle Driveへの格納までを全自動化する」**という仕組みの構築を試</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ChatGPT・Codex・Claude Codeをどう役割分担したか。実際のチケットで紹介</a:t>
            </a:r>
            <a:r>
              <a:rPr sz="900">
                <a:solidFill>
                  <a:srgbClr val="7F8C8D"/>
                </a:solidFill>
              </a:rPr>
              <a:t>  (2026-08-15)</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https://zenn.dev/keisuke1306/articles/03-chatgpt-claude-codex-roles</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導入
この記事は、ChatGPT・Claude Code・Codex・Notionを組み合わせた「AI駆動開発」というテーマで書いている記事の1本です。実際に運用しているポートフォリオサイトの改修にこの開発フローを適用しながら、実践の中で見</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Seedance 2.5でAI動画プロンプトを整理するときの実装メモ</a:t>
            </a:r>
            <a:r>
              <a:rPr sz="900">
                <a:solidFill>
                  <a:srgbClr val="7F8C8D"/>
                </a:solidFill>
              </a:rPr>
              <a:t>  (2026-07-22)</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https://qiita.com/ferozmohammad46603/items/ce907a9a9ed640ab2f20</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AI動画生成では、プロンプトをそのまま長文で書くより、用途、参照素材、尺、比率、カメラワークを分けて整理したほうが再利用しやすくなります。この記事では Seedance 2.5 AI Video Generator のようなテキ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Oracle AI Data Platformでプログラム無しで、AIエージェントを使って、自分のデータのRAG構成をつくってみた</a:t>
            </a:r>
            <a:r>
              <a:rPr sz="900">
                <a:solidFill>
                  <a:srgbClr val="7F8C8D"/>
                </a:solidFill>
              </a:rPr>
              <a:t>  (2026-08-20)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https://qiita.com/s-nori/items/c57ab78ef4b45071077a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生成AIを使ったアプリケーションを作る際、よく登場する構成の一つが RAG（Retrieval-Augmented Generation） です。
RAGを利用すると、LLMがもともと持っている知識だけではなく、自分たちが用意</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Ubuntu 24.04 + RTX 4060 TiでローカルAI開発環境を作り直す r004 ― Ollama / Open WebUI / Serena /…</a:t>
            </a:r>
            <a:r>
              <a:rPr sz="900">
                <a:solidFill>
                  <a:srgbClr val="7F8C8D"/>
                </a:solidFill>
              </a:rPr>
              <a:t>  (2026-08-20)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https://qiita.com/rino_yume/items/1fccb35842f6ddd62ccf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Ubuntu 24.04 + RTX 4060 TiでローカルAI開発環境を作り直す r004 ― Ollama / Open WebUI / Serena / Docling / Qdrant / FastAPI
はじめに
社内の過去</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Zilliz Cloud が GCP 東京リージョン（asia-northeast1）に対応しました 〜 GCP 上で始めるベクトル検索・ハンズオン付き</a:t>
            </a:r>
            <a:r>
              <a:rPr sz="900">
                <a:solidFill>
                  <a:srgbClr val="7F8C8D"/>
                </a:solidFill>
              </a:rPr>
              <a:t>  (2026-08-19)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https://qiita.com/sphereSky/items/beb402b1ec3c3c222e70</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TL;DR
- Zilliz Cloud が Google Cloud の東京リージョン（）で利用可能になりました。
- これまで日本国内にデータを置きたい場合の選択肢は AWS 東京（）でしたが、GCP をメインで使っているチームも、ク</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BigQueryのVECTOR_SEARCHでRAGをSQLだけで組む ―常時課金エンドポイント無しの意味検索</a:t>
            </a:r>
            <a:r>
              <a:rPr sz="900">
                <a:solidFill>
                  <a:srgbClr val="7F8C8D"/>
                </a:solidFill>
              </a:rPr>
              <a:t>  (2026-08-19)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https://zenn.dev/ccie26302/articles/zenn-gcp-bigquery-vector-search-rag</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Azure から Google Cloud を触るシリーズです。今回は RAG（検索拡張生成）を、BigQuery だけで組みます。
RAG は「LLM に手元のデータを根拠として答えさせる」仕組みです。普通に作ると、埋め込みモデ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27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GeminiのGoogle検索グラウンディングを実測 ―素のモデルは自信満々に「首相は岸田文雄」と間違える</a:t>
            </a:r>
            <a:r>
              <a:rPr sz="900">
                <a:solidFill>
                  <a:srgbClr val="7F8C8D"/>
                </a:solidFill>
              </a:rPr>
              <a:t>  (2026-08-19)</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2"/>
              </a:rPr>
              <a:t>https://zenn.dev/ccie26302/articles/zenn-gcp-gemini-grounding-search</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Azure から Google Cloud を触るシリーズです。今回は Gemini の Google 検索グラウンディングを検証します。
グラウンディングは、LLM の回答を外部の根拠に結びつけてハルシネーション（それっぽい嘘）</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PDFの表を崩さずJSONで抽出する — テキスト行ではなく構造化データとしてLLM/RAGに渡す</a:t>
            </a:r>
            <a:r>
              <a:rPr sz="900">
                <a:solidFill>
                  <a:srgbClr val="7F8C8D"/>
                </a:solidFill>
              </a:rPr>
              <a:t>  (2026-08-19)</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3"/>
              </a:rPr>
              <a:t>https://zenn.dev/nuhemugames/articles/pdf-table-to-json-for-rag</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PDF からテキストを抽出するツールはたくさんありますが、表 (テーブル) だけはきれいに取れない、という経験はないでしょうか。この記事では、PDF の表を「潰れたテキストの行」ではなく「行と列が保たれた JSON」として抽出する方法と、そ</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文書構造解析を検索の前処理にする：壊さないパース</a:t>
            </a:r>
            <a:r>
              <a:rPr sz="900">
                <a:solidFill>
                  <a:srgbClr val="7F8C8D"/>
                </a:solidFill>
              </a:rPr>
              <a:t>  (2026-08-19)</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https://zenn.dev/libercraft/articles/20260819-document-structure-parsing-for-search</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PDFからpypdfでテキストを抜き出したら、表の中身がバラバラの行になり、2段組みの文章が行ごとに混ざってしまった」——RAGパイプラインを本番投入する際、文書構造を無視した素朴なテキスト抽出が原因で検索精度が上がらない、という問題によ</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RAGシステム最適化！ベクトルDB選定とチャンキングでやった3つのこと</a:t>
            </a:r>
            <a:r>
              <a:rPr sz="900">
                <a:solidFill>
                  <a:srgbClr val="7F8C8D"/>
                </a:solidFill>
              </a:rPr>
              <a:t>  (2026-08-19)</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https://zenn.dev/fd_ai_teacher/articles/tech-20260818105204-1</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RAGシステム、その検索精度と応答速度に課題を感じていませんか？
「せっかくRAGを導入したのに、期待する回答が得られない」「幻覚（Hallucination）問題が解消されない」「検索速度が遅くてユーザー体験が悪い」――LLMアプリ開発の</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AIエージェントの「完了しました」を信じない：外部状態で完了を検証する設計</a:t>
            </a:r>
            <a:r>
              <a:rPr sz="900">
                <a:solidFill>
                  <a:srgbClr val="7F8C8D"/>
                </a:solidFill>
              </a:rPr>
              <a:t>  (2026-08-20)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https://qiita.com/LemonCake/items/5da2519caa8f8468968b</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AIエージェントを業務システムに接続すると、ログ上の  と「業務が完了した」は別の意味になります。
たとえば、CRMの更新APIが200を返した、返金メールを送った、Slackへ招待を送った。これらはすべて実行された操作の証拠です。しかし</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Codeを毎朝7時に一足先に「出社」させて、今日の予定と「Slackの宿題」を1通で提出させる</a:t>
            </a:r>
            <a:r>
              <a:rPr sz="900">
                <a:solidFill>
                  <a:srgbClr val="7F8C8D"/>
                </a:solidFill>
              </a:rPr>
              <a:t>  (2026-08-20)</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https://qiita.com/inoyu-qiita/items/da761304846db4e34c7b</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先日AI HACK2026で優勝した社内のUさん(@haru-qiita)に教えていただいたクラウドルーティン活用術の実践編です！
はじめに
Claude Codeの「ルーティン」（クラウド上で定期実行されるエージェント）に、毎平日の朝</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ChatGPTで壁打ちして、Claude Codeで成果を管理するようになった</a:t>
            </a:r>
            <a:r>
              <a:rPr sz="900">
                <a:solidFill>
                  <a:srgbClr val="7F8C8D"/>
                </a:solidFill>
              </a:rPr>
              <a:t>  (2026-08-20)</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https://qiita.com/ymp-a/items/dbf8c798fc9a42c88de0</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このシリーズについて
AI と一緒にキャリア資産を育てていく過程を記録しています。この記事は第3回です。
はじめに
前回は、AI との壁打ちで出てきた成果を GitHub のプライベートリポジトリへ移した話を書きました。
その最後に</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bsidianのClaude Code連携プラグインが「Error: Claude Code process exited with code 1」で動かなくな…</a:t>
            </a:r>
            <a:r>
              <a:rPr sz="900">
                <a:solidFill>
                  <a:srgbClr val="7F8C8D"/>
                </a:solidFill>
              </a:rPr>
              <a:t>  (2026-08-20)</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https://qiita.com/made_in_jp2525/items/a2f8040b1f459d59e2a2</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ObsidianのClaude Code連携プラグインが「Error: Claude Code process exited with code 1」で動かなくなった時の調査と対処
TL;DR
- Windows環境で  すると、まれに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54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の設定でハマる箇所まとめ</a:t>
            </a:r>
            <a:r>
              <a:rPr sz="900">
                <a:solidFill>
                  <a:srgbClr val="7F8C8D"/>
                </a:solidFill>
              </a:rPr>
              <a:t>  (2026-08-20)</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https://qiita.com/jqit_suwa/items/d49739b934606d4abdbd</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Claude Code を使っていて、こういう目に遭ったことはないでしょうか。
- 公式に「既定でON」と書いてある機能が、なぜか使えない
- 昨日まで出ていたタスクリストが、いつの間にか出なくなった
- 設定を書いたのに、何も起きない。</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これからのAI開発ツールは「GitHub Copilot」と「Cline」に集約される</a:t>
            </a:r>
            <a:r>
              <a:rPr sz="900">
                <a:solidFill>
                  <a:srgbClr val="7F8C8D"/>
                </a:solidFill>
              </a:rPr>
              <a:t>  (2026-08-20)</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https://qiita.com/lowgain/items/907ef13d8dfe4a23ab77</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これからのAI開発ツールは「GitHub Copilot」と「Cline」に集約される
AIを使ったソフトウェア開発ツールが急速に増えている。
GitHub Copilot、Cline、Claude Code、Cursor、Kiro、I</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Code開発者が押さえておきたいAnthropicニュース（2026-08-20）</a:t>
            </a:r>
            <a:r>
              <a:rPr sz="900">
                <a:solidFill>
                  <a:srgbClr val="7F8C8D"/>
                </a:solidFill>
              </a:rPr>
              <a:t>  (2026-08-20)</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https://qiita.com/homhom44/items/7ef9024b07a2c5a57a74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Anthropic の Claude / Claude Code 関連ニュースをまとめた索引だ。記事本文は日本語で PaPoo に投稿している。ここでは各記事の要点を紹介するので、詳細は各リンク先を読んでほしい。
透かしは“防犯”というよ</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AGENTS.md を共有したつもりが、Claude Code だけ古い指示を読んでいた</a:t>
            </a:r>
            <a:r>
              <a:rPr sz="900">
                <a:solidFill>
                  <a:srgbClr val="7F8C8D"/>
                </a:solidFill>
              </a:rPr>
              <a:t>  (2026-08-20)</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https://qiita.com/jqit_suwa/items/c87c377fa192de27e2a1</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は、Codex や Cursor など複数のコーディングエージェントが読む共通の指示ファイルです。
Claude Code はこれを読みません。 公式が案内している回避策は2つあります。
Windows で ① を選ぶと、静かに壊れ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「AI使ってます」を、5段階で定義してみた——現場で見たAI活用レベルの共通言語</a:t>
            </a:r>
            <a:r>
              <a:rPr sz="900">
                <a:solidFill>
                  <a:srgbClr val="7F8C8D"/>
                </a:solidFill>
              </a:rPr>
              <a:t>  (2026-08-20)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https://qiita.com/Skillsheet-Port/items/7af78ea9dba1f645f46c</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「AI使ってます」を5段階で定義してみた——スキルシートで損しないためのAI活用レベル
「AI使ってます」——この一言のレベル感は、人によって違いすぎる。
壁打ちに使う人も、ツールを自作する人も、同じ言葉を使う。
だからスキルシートでも面</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昼は建物の設備、夜はサーバーとコード ― 二足のわらじの自己紹介</a:t>
            </a:r>
            <a:r>
              <a:rPr sz="900">
                <a:solidFill>
                  <a:srgbClr val="7F8C8D"/>
                </a:solidFill>
              </a:rPr>
              <a:t>  (2026-08-19)</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https://qiita.com/aTunes28/items/77004250bb03b044c9d2</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初投稿：昼は建物の設備、夜はサーバーとコード ― 二足のわらじの自己紹介
はじめに
はじめまして。この記事がQiitaでの初投稿になります。
私には、少し離れた二つの顔があります。
昼は、建築設備の設計監理をしています。空調・電気・</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機械学習・画像処理による外観検査の運用設計：「どの閾値を選択するか」を現場と握るプロセスこそがAIプロジェクトの成否を決める</a:t>
            </a:r>
            <a:r>
              <a:rPr sz="900">
                <a:solidFill>
                  <a:srgbClr val="7F8C8D"/>
                </a:solidFill>
              </a:rPr>
              <a:t>  (2026-08-19)</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https://qiita.com/ai_inspection_labo/items/2d229001dc2e8bf2698d</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&lt;div align="center"&gt;
  &lt;img src="https://qiita-image-store.s3.ap-northeast-1.amazonaws.com/0/4487235/f709de65-5884-</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AIセキュリティ何から勉強すりゃええの？</a:t>
            </a:r>
            <a:r>
              <a:rPr sz="900">
                <a:solidFill>
                  <a:srgbClr val="7F8C8D"/>
                </a:solidFill>
              </a:rPr>
              <a:t>  (2026-08-19)</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https://qiita.com/mikihitooooo/items/ced6a0aa744379d338b6</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AIセキュリティ何から勉強すりゃええの？
目次
- はじめに
- 軽く自己紹介
- 調べたソース・用語
- 直近の学習計画
  - 1. 論文の読み込み（一次ソースの収集）
  - 2. 検証環境の構築
  - 3. ブログ・技術記事によ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「クリーンなLLM」は作れるのか――Webクロール、蒸留、反蒸留から見る学習データの現実</a:t>
            </a:r>
            <a:r>
              <a:rPr sz="900">
                <a:solidFill>
                  <a:srgbClr val="7F8C8D"/>
                </a:solidFill>
              </a:rPr>
              <a:t>  (2026-08-18)</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https://qiita.com/ZiYuCai1984/items/484a1f8b14cc032064a1</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&gt; 本記事は筆者の考えをベースに、GPT-5.6 Sol を用いて構成・推敲したものです。
&gt; 内容の主張と判断は筆者によるものであり、文章表現の整理にChatGPTを活用しています。
ChatGPTは、なぜLinuxカーネルを説明できる</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【AIを使う側に】50代現場職のSさんと始めるPython×Gemini入門。撮りためた作業写真を自動で仕分けるまで</a:t>
            </a:r>
            <a:r>
              <a:rPr sz="900">
                <a:solidFill>
                  <a:srgbClr val="7F8C8D"/>
                </a:solidFill>
              </a:rPr>
              <a:t>  (2026-08-17)</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https://qiita.com/krcross/items/a915959282f9f047a367</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「毎日の現場写真、撮影後に1枚ずつフォルダ分けするのが地味に面倒で…」
先日、私が講師をしているBINGOの生徒の50代のSさんから、こんな相談を受けました。Sさんは毎日作業場で写真を撮影していて、写真の右下には「Aエリア」「B作業場」と</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AIに評価させると全員が優秀になる — 経歴判定で盛りを止めた設計</a:t>
            </a:r>
            <a:r>
              <a:rPr sz="900">
                <a:solidFill>
                  <a:srgbClr val="7F8C8D"/>
                </a:solidFill>
              </a:rPr>
              <a:t>  (2026-08-17)</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https://qiita.com/kenichiyoshioka/items/33eb43be044f7f19b1fe</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&gt; 📚 スキルシートと市場価値 シリーズ ③：AIに盛らせない設計
---
はじめに
前回、スキルシートをAIに解析させたらPdMでDXコンサルだった話を書きました。自分の経歴書をAIに読ませたら、自己申告と違う判定が出た、という話で</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YOLO26のモデル規模・入力解像度による性能差を比較した</a:t>
            </a:r>
            <a:r>
              <a:rPr sz="900">
                <a:solidFill>
                  <a:srgbClr val="7F8C8D"/>
                </a:solidFill>
              </a:rPr>
              <a:t>  (2026-08-17)</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https://qiita.com/Reotech/items/be25d4724ce4a79dc390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YOLO26n・s・mを320pxと640pxで組み合わせ、6条件の検出品質、PC処理時間、ONNXサイズ、実行時メモリを比較します。Android実機性能はまだ未検証です。
比較結果を先に
前回の記事では3候補を320pxで比べ、YO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プロンプトインジェクション検知の精度は言語によって変わるのか?6言語・6000文で検証してみた</a:t>
            </a:r>
            <a:r>
              <a:rPr sz="900">
                <a:solidFill>
                  <a:srgbClr val="7F8C8D"/>
                </a:solidFill>
              </a:rPr>
              <a:t>  (2026-08-20)</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https://qiita.com/A-kane_/items/3e993e37d89e7e6360d8</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プロンプトインジェクション検知の精度は言語によって変わるのか?6言語・6000文で検証してみた
はじめに
以前、ルールベース+自作TF-IDFのハイブリッド方式で、ローカル完結型のプロンプトインジェクション検知CLIツールを作りました。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MLflowのトレースでトークン量が合計に出ない ― gen_ai.usage.*はroot spanだけが集計対象だった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https://qiita.com/taka_yayoi/items/f716d2d8c51dc22148e9</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小さな会社のホームページをAIで作る：会社情報を捏造させない設計</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https://qiita.com/kakusan2022/items/deb02907d05f75b89abb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Heron's Shortest Path Problem (Shortest Path Problem) 「算数の鏡写しの水くみ、反射 の問題は何年…</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https://qiita.com/mrrclb48z/items/b447b7d5e214436370d0</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【JavaScript】通信ゼロ。ブラウザ上で生成AI向けプロンプトの機密情報をマスキング＆復元するツールを作った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https://qiita.com/b2b_tools/items/b71666127191cedac0ff</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LLMに渡すCSVの個人情報をPythonで伏せる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https://qiita.com/eiri_ai/items/b5d9a15519cc5fd810aa</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日本語歌詞から30秒で曲を作る！AI音楽生成ツール「Sakkyoku AI」が凄すぎる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https://qiita.com/a01093972190/items/4f5ee9135e823d5591c8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AIコーディングの消費、97.7%はキャッシュ読み込みだった — 65稼働日の実測ログ</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https://qiita.com/trhlog/items/bc86822c2fd121fc1ebc</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ChatGPTで作ったHTMLが、修正を繰り返すたびに肥大化する問題への小さな対策</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https://qiita.com/uni928/items/f31e7b47fe65b7ae9530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ChatGPTが年齢を推定する時代へ｜10代モードで変わること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https://qiita.com/kinamocchi_tech/items/655ae991322bfcb8a1fa</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拒否を外したGPT-5.6-Cyber、完遂率1.5%→95%を防御側だけに</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https://qiita.com/okssusucha/items/2aa2912c84f819fd7077</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事務職からAIエンジニアを目指して:スポーツボウリング場構想・第三弾②</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https://qiita.com/Junko-Takahashi-Cloud/items/67bfcb939eee1e66d0df</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Gptel Emacs: Beyond Just a Chat Interface (YT)</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https://www.youtube.com/watch?v=xHEnWvKmSKM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MLflow GUIで始めるプロンプト改善 #4-1：場面構成と文字数範囲を明示して再評価する(失敗)</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https://qiita.com/kazuharu2022/items/b15ec5c90f83b9cf588f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耳で聞く！Python で学ぶ マクロ経済学 入門 1</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https://qiita.com/maskot1977/items/9fcb7361856431a79ab6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【ローカルLLM】Qwen3.8-27BをデュアルGPUで高速化する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https://qiita.com/h-nabata/items/80e75333ecb952ae2979</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Power QueryでGeminiちゃん</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https://qiita.com/torimaro/items/4f0a3dd7ea4865b45c6f</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深夜のデッドロックからエンジニアを守る！非同期Python×ローカルLLM例外自動修復＆AST安全検</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https://qiita.com/TOAI/items/a6b55f91852ffe39323b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【やってみた】ハイクの日にHaikuに俳句を詠ませてみる〜字余り祭り〜</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https://qiita.com/ryu-ki/items/83897ed6ebd2199b250e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KV キャッシュがなぜ LLM 推論の次のボトルネックになるのか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https://qiita.com/ynakayama/items/4cc745f96808a2d0e686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【最新AI/開発ツール】Unsloth Dynamic 3.0 GGUF解説と注目ニュース</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https://zenn.dev/ament3/articles/ai-digest-2026-08-19-2226</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ニューラルネットワークとは？脳を模した学習モデル</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https://zenn.dev/h888s/articles/genai-neural-network</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医用画像(DICOM/NIfTI)のPNG変換と機械学習の基礎的アプローチ【備忘録】</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https://qiita.com/WasshoiSugiya/items/bf3408a1ee02ddf6ede1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画像の「コンテキスト量」は生成AIの再現性にどこまで影響するのか？ Gemini Flashで比較してみた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https://qiita.com/Matter/items/5162f5281c5a65c1a5e3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多役プロンプトの後半ロール希薄化は、守るものの記述量で緩和できるか検証した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https://zenn.dev/every_ai_recipe/articles/ai-role-defense-length-dilution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LLMに「嘘をつくな」と指示したら、逆にハルシネーションが増えた話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https://qiita.com/ryota-ender/items/853194926487662bc827</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GPT-5.6 Sol APIが50%オフ：AIHubMixとOpenRouterの実質コストを比較</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https://qiita.com/xiongyuanmeng1006/items/6bb698f274ce61247a16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相手の AI に「聞き方」を送ることにした （LLM が両端にいるのに、真ん中で人間が文章を運んでいる問題）</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https://zenn.dev/kazuma_horiike/articles/262a68d6c08054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LLMのFine-tuningは「教師データ作り」で決まる？[実験計画編]</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https://qiita.com/kazuharu2022/items/f46b219cb80154e8e368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AIっぽいUIから脱却する。デザインルールをSkills化したBefore / After</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https://qiita.com/y-shimano/items/f38d20bc27f464e0e2b4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Coworkの定期タスクが4回止まった。原因は全部承認の設定だった話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https://qiita.com/I635230/items/390d20b6c6e3eef92f45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あなたのPCで動くAIモデルは？ whichllmとllmfitを比較してみた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https://zenn.dev/taka4/articles/000243de004165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Extensible Software in the age of LLMs</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https://jeremymorrell.dev/blog/extensible-software-in-the-age-of-llms/</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Ads、欧州31カ国へ拡大——OpenAI公式発表を3分で速報解説</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https://qiita.com/kinamocchi_tech/items/a17a621e502b3c2d577d</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開発ログ01: LLMと計算を分離するTRPGエンジンの設計</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https://zenn.dev/ace_toshi/articles/trpg-local-devlog-01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マスキングの漏れは0%だった。検査が見ていない名前があった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https://zenn.dev/ossudesu/articles/zenn-pii-masking-article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個人開発アプリをApp Storeにリリースする 〜リジェクトされたら本気出す〜</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https://qiita.com/i_aki0110/items/879c2a556782a5998acb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テスト全部グリーンのAPIにschemathesisをかけたら契約違反が21件出た話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https://qiita.com/GeneLab_999/items/dd7bfa454fde2d60f2d1</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ChatGPTとのやり取りを「閲覧しやすいhtml」にバックアップする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https://qiita.com/uni928/items/93c92bea1ea9e728fba3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Codex CLIにESP32開発環境を丸投げしたら、プロンプト2回・51クレジットで完成した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https://qiita.com/masataka55/items/6c7828f6e4f26bb1b07c</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GLM 5.3 ついに登場：智譜AIが2026年8月に投下した次世代フラッグシップLLMを徹底解説</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https://zenn.dev/erhg/articles/6f6afb57a04e0d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for Teensとは？OpenAI公式発表を3分で速報解説</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https://qiita.com/kinamocchi_tech/items/0c21aa667f36197d25b2</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26-08-17</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https://qiita.com/masykot582/items/d92383b0d34acd3d8bd5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【2026年9月までに対応】Gemini API の Standard key を Auth key へ移行する手順と漏えい対策</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https://qiita.com/nkstm_0410/items/6145b1aaf27c16366303</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AIへの指示、「お願い」で終わるものと「物理的に強制」できるものがある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https://qiita.com/ha-te/items/06c494ebc392d3113b8a</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Claudeがタンパク質を設計した。LLMは「科学を説明するAI」からどこまで進んだのか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https://zenn.dev/kiri_kunn/articles/a74e1d32e2a74d</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Claudeのテキスト透かしを整理。仕組み・8/2以降の適用範囲・消える条件と消えない条件</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https://qiita.com/quotidia/items/b8c360f21c7a2f37a744</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CodexのLuna / Terra / Solをソフトウェア開発工程ごとに使い分ける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https://qiita.com/azarashin/items/0a37ec8cce7c75d7f5eb</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Desktop＋Git worktreeで、設計と実装を分離・並行する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https://zenn.dev/tohru_ohnishi/articles/cd0e318ae2641c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因果推論 Day 8／全30回　マッチング、LaLondeデータで「似た人」を探す</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https://qiita.com/akiralab/items/4b117bedcd3adcf5791b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 Machine Learning Engineering in Action</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https://qiita.com/io0323/items/123c495c40fdd46a9e60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「外国人だから厳しくする」のではない ― 外免切替から考える安全と人的資本の国家OS : システム設計視点の行動経済学 (18)</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https://qiita.com/maskot1977/items/beb19f99e921b50322af</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その指標、始める前から動かないかもしれません📏</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https://zenn.dev/satoshiakiyama/articles/b76885ec9e5f75</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大人用です。半円「高校入試チャレンジ問題 a²＋b²＝？」様を、計算はsympyで作図は手抜きのつもりでした。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https://qiita.com/mrrclb48z/items/8dd4ca9f8929a4cfe459</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TransformerのKVキャッシュを用いたDecode処理を理解する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https://qiita.com/kenmatsu4/items/3126a7ff8d626f220202</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AHC延長戦の伝説"saitodevel01"の機械学習手法を再現して1位を奪い返した話</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https://qiita.com/thun-c/items/c8f72927ff0fbe3aa705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Notebook（NotebookLM)を複数横断で使う小技</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https://qiita.com/Akiko_Miyamoto/items/4f28eb75891f23221e70</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MicroGPT-C in pure C hits 10M TPS on Apple M5</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https://github.com/vixhal-baraiya/microgpt-c</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因果推論 Day 7／全30回　傾向スコアとIPW、高次元の交絡を1次元に潰す</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https://qiita.com/akiralab/items/103d9831a97452668f9b</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ChatGPTの?q=は長文を無言で捨てる。「AIに聞く」ボタンで踏んだ5つの罠</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https://zenn.dev/kenimo49/articles/ai-assist-button-5-traps</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向けの指示を構造化して管理</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https://qiita.com/h-nasu/items/d0b2601bb179a6cdd5eb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ChatGPTの記憶機能、実は覚えるだけじゃなかった｜人物像が自動で作られる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https://qiita.com/kinamocchi_tech/items/0524507518ad77c55450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下水道管の主役はいつ塩ビに変わったのか — オープンデータで管種の世代交代を追い、「塩ビの健全率予測式がまだ立っていない」現在地を確かめる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https://qiita.com/shirube-lab/items/ec7d89391940e0f17058</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バズって海外から大量のコメントが届いても大丈夫！Pub/Sub × Cloud Run で鉄壁の非同期AI翻訳パイプラインを作る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https://qiita.com/kuis/items/299df6c76fa3870aec69</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RunPod でGPUをスポット利用する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https://zenn.dev/mkj/articles/runpod-cost-optimization_20260724</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少子化対策から人的資本投資へ ― 結婚・子育て・外国人材をつなぐ国家OSの再設計 : システム設計視点の行動経済学 (17)</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https://qiita.com/maskot1977/items/32ea927727c693cff1cb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テストコードで性格が出る？ ChatGPT・Claude・Gemini三者三様（3部作の2作目）</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https://qiita.com/0903osa/items/e9f2dc5906c9c0ac635c</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使っているGeminiモデル、あと何日使えるか想像できていますか。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https://qiita.com/asayan_mana/items/dd33e421e3cccc0430b1</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(途中)大人用です。中学受験2026年南山中学校女子部(その1/2)「【2026年で最も良問】あまりにも面白い図形、小学生が解く問題あなたは解ける？.…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https://qiita.com/mrrclb48z/items/9a6c5aa6f48d4b85093b</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最新のOCR・Document AI 4手法の技術解説（Qwen3-VL / GOT-OCR2.0 / DeepSeek-OCR / PP-OCR）</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https://qiita.com/terurl/items/42f8ca935e30888fdbd1</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グラボをAIに合わせるのではなく、AIをグラボに合わせる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https://zenn.dev/satoshiakiyama/articles/fa3ac9ac64cc93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文脈は「増やす」から「絞る」へ - OpenAI Computer History の設計転換</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https://zenn.dev/suwash/articles/openai-web-computer-history-p2_20260815</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結婚したほうが得、でも独身でも損をしない ― 子育てを社会全体で支える国家OSの設計 : システム設計視点の行動経済学 (16)</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https://qiita.com/maskot1977/items/58214aaa5c08ffb32193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4B→14B、34KB→9KB：自分の業務を支援するローカルLLMを作って詰まった5つのこと</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https://qiita.com/micomia/items/b4303b25e4679630a7bc</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生成AIで「考える力」が落ちる？――MIT研究の「認知負債」と謎解きブームから考える、思考の筋トレ</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https://zenn.dev/kotakotahiro/articles/28b4f169d7ee5b</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YOLO26n・sのFP32とstatic INT8を比較した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https://qiita.com/Reotech/items/8df27c15430b35b97cad</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「動くAI」から「使えるAI」へ ― 生成AI実装の勘所</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https://zenn.dev/upgradetech/articles/962c9d557465b2</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LLMウォーターマークってなんだ？</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https://zenn.dev/paseri_kurosawa/articles/2486fc3766b201</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GPT-5.6・Opus 5・Gemini 3.6、モデルの自己申告があてにならない理由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https://zenn.dev/every_ai_recipe/articles/ai-model-check-3-steps</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Codexを節約するAI開発のススメ ― ChatGPTを司令塔にGitHubとPCを動かす</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https://zenn.dev/shige111111324/articles/c27df84f5fff95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20年前に衝撃を受けたBrainGate 脳でPCカーソルを動かすBCIとAI時代</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https://qiita.com/s_horikoshi/items/22804dfa955e2ce46255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https://zenn.dev/todesking/articles/d23fd40b319388</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Microsoft 365 Apps for business の Excel で ChatGPT アドインを使う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https://zenn.dev/nishimo/articles/m365-apps-excel-chatgpt-addin</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https://qiita.com/Skillsheet-Port/items/0ea38eeebb9b94dc708e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https://qiita.com/ramutarafarm/items/3625867c29a869e9f94d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https://qiita.com/Rapls/items/8acc4aa395b04c184e96</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https://qiita.com/Skillsheet-Port/items/4cd692961ed03421b794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https://zenn.dev/jinfuroi/articles/b2e3c2c66f7d74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https://qiita.com/masa1113/items/a5093e0c5cd81ff56e10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値上げを機に さくらのAI へ移行したら、シフト希望解析が時間 1/3 以下・正解率 100% になった話</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https://qiita.com/emuyn/items/4379a56943d36d20ef02</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https://zenn.dev/hajimeteradio3/articles/c710f3020097ae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https://zenn.dev/jinfuroi/articles/f5ee4abc096810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画像生成AIで手書きラフから5種類のアプリアイコンを作る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https://qiita.com/AlexAlex/items/553b864dd25c0ce81adb</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推しイラストレーターが「ゆるっと絵柄プロンプト」を公開してくれたのでゆるっと調べてみた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https://qiita.com/Yukidarusan/items/334a22d80a482e70e914</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Tips:システムペルソナをデコンパイル</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https://qiita.com/otoyo0318/items/70b38489cf68f3a71ad7</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設計書レビューをAIに頼んだら検出率0%だった — 3役割に分けて86%にした頼み方</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https://qiita.com/moname_ai/items/b665e51fb6f754bc768b</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なぜ「ステップバイステップで考えて」で賢くなるのか──Chain-of-Thoughtの機構と、その説明を信用してはいけない理由</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https://qiita.com/ha-te/items/0b0bd40a8806572743c8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「作って配ったら終わり」ではない ― GPT化の罠と、フィードバックループ断絶【LLMと上手く付き合う連載 #8】</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https://qiita.com/ha-te/items/a477099b8255f58c12be</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https://zenn.dev/sapolas/articles/7e36aca3347e06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https://zenn.dev/kenta_kadowaki/articles/56d3a502356202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