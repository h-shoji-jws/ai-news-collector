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4q_sano/items/0b9682ef6589520974e0" TargetMode="External"/><Relationship Id="rId3" Type="http://schemas.openxmlformats.org/officeDocument/2006/relationships/hyperlink" Target="https://qiita.com/rino_yume/items/332bf29648265efa696e" TargetMode="External"/><Relationship Id="rId4" Type="http://schemas.openxmlformats.org/officeDocument/2006/relationships/hyperlink" Target="https://qiita.com/kamome_susume/items/4d9a556e29d1b2e6e8f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rron-chan/items/8b3a1febb516dc93bbd2" TargetMode="External"/><Relationship Id="rId3" Type="http://schemas.openxmlformats.org/officeDocument/2006/relationships/hyperlink" Target="https://qiita.com/huangpenguin/items/a9b06af19907d4addffd" TargetMode="External"/><Relationship Id="rId4" Type="http://schemas.openxmlformats.org/officeDocument/2006/relationships/hyperlink" Target="https://qiita.com/engchina/items/3060140b10a9a35021f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okssusucha/items/70f2fca9a913e242aa6a" TargetMode="External"/><Relationship Id="rId3" Type="http://schemas.openxmlformats.org/officeDocument/2006/relationships/hyperlink" Target="https://qiita.com/pani_py/items/c160dee5b14e5ef3b4af" TargetMode="External"/><Relationship Id="rId4" Type="http://schemas.openxmlformats.org/officeDocument/2006/relationships/hyperlink" Target="https://qiita.com/agentmemories/items/999a3b18f6d19166341c"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yoitu/items/97ed37e7ba9c38dc75d8" TargetMode="External"/><Relationship Id="rId3" Type="http://schemas.openxmlformats.org/officeDocument/2006/relationships/hyperlink" Target="https://qiita.com/tosane932/items/92bcf28cd91d645596bd" TargetMode="External"/><Relationship Id="rId4" Type="http://schemas.openxmlformats.org/officeDocument/2006/relationships/hyperlink" Target="https://qiita.com/NekoByte/items/a01768c95873cbac80e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hamadajp/items/91b2ee850d0bf74ca107" TargetMode="External"/><Relationship Id="rId3" Type="http://schemas.openxmlformats.org/officeDocument/2006/relationships/hyperlink" Target="https://qiita.com/kai_kou/items/bdb9605b05a81c81e97f" TargetMode="External"/><Relationship Id="rId4" Type="http://schemas.openxmlformats.org/officeDocument/2006/relationships/hyperlink" Target="https://qiita.com/taka_yayoi/items/dd67ae8676d5df07e43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4q_sano/items/0b9682ef6589520974e0" TargetMode="External"/><Relationship Id="rId3" Type="http://schemas.openxmlformats.org/officeDocument/2006/relationships/hyperlink" Target="https://qiita.com/rino_yume/items/332bf29648265efa696e" TargetMode="External"/><Relationship Id="rId4" Type="http://schemas.openxmlformats.org/officeDocument/2006/relationships/hyperlink" Target="https://qiita.com/kamome_susume/items/4d9a556e29d1b2e6e8fa" TargetMode="External"/><Relationship Id="rId5" Type="http://schemas.openxmlformats.org/officeDocument/2006/relationships/hyperlink" Target="https://qiita.com/rex0220/items/f41265ad3a53479e837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apls/items/1b3cd17dc88d9557740c" TargetMode="External"/><Relationship Id="rId3" Type="http://schemas.openxmlformats.org/officeDocument/2006/relationships/hyperlink" Target="https://qiita.com/ariefwara/items/11393bbf10f75bba2e3c" TargetMode="External"/><Relationship Id="rId4" Type="http://schemas.openxmlformats.org/officeDocument/2006/relationships/hyperlink" Target="https://zenn.dev/yamada_ai_dev/articles/claude-code-skill-md-design" TargetMode="External"/><Relationship Id="rId5" Type="http://schemas.openxmlformats.org/officeDocument/2006/relationships/hyperlink" Target="https://qiita.com/DaokFrontier/items/64e0a4ebb7002288c0c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rron-chan/items/8b3a1febb516dc93bbd2" TargetMode="External"/><Relationship Id="rId3" Type="http://schemas.openxmlformats.org/officeDocument/2006/relationships/hyperlink" Target="https://qiita.com/huangpenguin/items/a9b06af19907d4addffd" TargetMode="External"/><Relationship Id="rId4" Type="http://schemas.openxmlformats.org/officeDocument/2006/relationships/hyperlink" Target="https://qiita.com/engchina/items/3060140b10a9a35021f4" TargetMode="External"/><Relationship Id="rId5" Type="http://schemas.openxmlformats.org/officeDocument/2006/relationships/hyperlink" Target="https://qiita.com/Marron-chan/items/77d0892c4d19930bd455"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yo0819/items/fe5329ee853d9a68a2a2" TargetMode="External"/><Relationship Id="rId3" Type="http://schemas.openxmlformats.org/officeDocument/2006/relationships/hyperlink" Target="https://qiita.com/Marron-chan/items/d5fba42cacc95540c884" TargetMode="External"/><Relationship Id="rId4" Type="http://schemas.openxmlformats.org/officeDocument/2006/relationships/hyperlink" Target="https://qiita.com/masayasu_t/items/a6e48c87cc246a967c82" TargetMode="External"/><Relationship Id="rId5" Type="http://schemas.openxmlformats.org/officeDocument/2006/relationships/hyperlink" Target="https://github.com/chopratejas/headro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okssusucha/items/70f2fca9a913e242aa6a" TargetMode="External"/><Relationship Id="rId3" Type="http://schemas.openxmlformats.org/officeDocument/2006/relationships/hyperlink" Target="https://qiita.com/pani_py/items/c160dee5b14e5ef3b4af" TargetMode="External"/><Relationship Id="rId4" Type="http://schemas.openxmlformats.org/officeDocument/2006/relationships/hyperlink" Target="https://qiita.com/agentmemories/items/999a3b18f6d19166341c" TargetMode="External"/><Relationship Id="rId5" Type="http://schemas.openxmlformats.org/officeDocument/2006/relationships/hyperlink" Target="https://qiita.com/moha0918_/items/74e97e0f8be8174d312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etstayup.app" TargetMode="External"/><Relationship Id="rId3" Type="http://schemas.openxmlformats.org/officeDocument/2006/relationships/hyperlink" Target="https://news.ycombinator.com/item?id=48606997" TargetMode="External"/><Relationship Id="rId4" Type="http://schemas.openxmlformats.org/officeDocument/2006/relationships/hyperlink" Target="https://gcontext.ai" TargetMode="External"/><Relationship Id="rId5" Type="http://schemas.openxmlformats.org/officeDocument/2006/relationships/hyperlink" Target="https://autonomy-landing-page.vercel.a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yoitu/items/97ed37e7ba9c38dc75d8" TargetMode="External"/><Relationship Id="rId3" Type="http://schemas.openxmlformats.org/officeDocument/2006/relationships/hyperlink" Target="https://qiita.com/tosane932/items/92bcf28cd91d645596bd" TargetMode="External"/><Relationship Id="rId4" Type="http://schemas.openxmlformats.org/officeDocument/2006/relationships/hyperlink" Target="https://qiita.com/NekoByte/items/a01768c95873cbac80e9" TargetMode="External"/><Relationship Id="rId5" Type="http://schemas.openxmlformats.org/officeDocument/2006/relationships/hyperlink" Target="https://qiita.com/white-flying-snowball/items/efa05366ea7f6d2ccc3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rasenas/items/e47fcc2099eab4b96c6e" TargetMode="External"/><Relationship Id="rId3" Type="http://schemas.openxmlformats.org/officeDocument/2006/relationships/hyperlink" Target="https://qiita.com/kinoto-r/items/f92b4d1e260a5aafa2d1" TargetMode="External"/><Relationship Id="rId4" Type="http://schemas.openxmlformats.org/officeDocument/2006/relationships/hyperlink" Target="https://zenn.dev/aoichan401/books/3d20bfc45bcd63" TargetMode="External"/><Relationship Id="rId5" Type="http://schemas.openxmlformats.org/officeDocument/2006/relationships/hyperlink" Target="https://zenn.dev/abnharkas/articles/fbc5774eef4fab"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hamadajp/items/91b2ee850d0bf74ca107" TargetMode="External"/><Relationship Id="rId3" Type="http://schemas.openxmlformats.org/officeDocument/2006/relationships/hyperlink" Target="https://qiita.com/kai_kou/items/bdb9605b05a81c81e97f" TargetMode="External"/><Relationship Id="rId4" Type="http://schemas.openxmlformats.org/officeDocument/2006/relationships/hyperlink" Target="https://qiita.com/taka_yayoi/items/dd67ae8676d5df07e43d" TargetMode="External"/><Relationship Id="rId5" Type="http://schemas.openxmlformats.org/officeDocument/2006/relationships/hyperlink" Target="https://qiita.com/picnic/items/f113c3fe0bada49e81a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kairosai/articles/c4acf7203dd99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tdatascience/items/735ebfa8504fc658c812" TargetMode="External"/><Relationship Id="rId3" Type="http://schemas.openxmlformats.org/officeDocument/2006/relationships/hyperlink" Target="https://qiita.com/xxyc/items/a2723185725db357a655" TargetMode="External"/><Relationship Id="rId4" Type="http://schemas.openxmlformats.org/officeDocument/2006/relationships/hyperlink" Target="https://qiita.com/Miraigent/items/c5b11250ff50651b3379" TargetMode="External"/><Relationship Id="rId5" Type="http://schemas.openxmlformats.org/officeDocument/2006/relationships/hyperlink" Target="https://qiita.com/Rapls/items/abb82917bb8000b5008d" TargetMode="External"/><Relationship Id="rId6" Type="http://schemas.openxmlformats.org/officeDocument/2006/relationships/hyperlink" Target="https://qiita.com/kinamocchi_tech/items/b5f97cc34260bf59c539" TargetMode="External"/><Relationship Id="rId7" Type="http://schemas.openxmlformats.org/officeDocument/2006/relationships/hyperlink" Target="https://qiita.com/Hinata-H/items/ff98d92ca5eafee31226" TargetMode="External"/><Relationship Id="rId8" Type="http://schemas.openxmlformats.org/officeDocument/2006/relationships/hyperlink" Target="https://qiita.com/KyokoCow/items/920b356e8df3104ad0db" TargetMode="External"/><Relationship Id="rId9" Type="http://schemas.openxmlformats.org/officeDocument/2006/relationships/hyperlink" Target="https://qiita.com/d94231/items/4cceea316a6cb6338ea8" TargetMode="External"/><Relationship Id="rId10" Type="http://schemas.openxmlformats.org/officeDocument/2006/relationships/hyperlink" Target="https://qiita.com/rehab-datascience/items/cc77665547c2f384c9c0" TargetMode="External"/><Relationship Id="rId11" Type="http://schemas.openxmlformats.org/officeDocument/2006/relationships/hyperlink" Target="https://qiita.com/taqu/items/269c28e1f18c61c88a52" TargetMode="External"/><Relationship Id="rId12" Type="http://schemas.openxmlformats.org/officeDocument/2006/relationships/hyperlink" Target="https://qiita.com/similarmetal/items/0b4dd3059baab30c877f" TargetMode="External"/><Relationship Id="rId13" Type="http://schemas.openxmlformats.org/officeDocument/2006/relationships/hyperlink" Target="https://qiita.com/aigirlfriendmedia/items/5a4047651efc6896356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emilia_lab/articles/neurostate-universal-llm-emotion" TargetMode="External"/><Relationship Id="rId3" Type="http://schemas.openxmlformats.org/officeDocument/2006/relationships/hyperlink" Target="https://qiita.com/muryodecode/items/38bf4824f66525e8ff18" TargetMode="External"/><Relationship Id="rId4" Type="http://schemas.openxmlformats.org/officeDocument/2006/relationships/hyperlink" Target="https://qiita.com/tuanpk1977/items/056143b2255392c74176" TargetMode="External"/><Relationship Id="rId5" Type="http://schemas.openxmlformats.org/officeDocument/2006/relationships/hyperlink" Target="https://qiita.com/keiichik_kk/items/ad21597caf074b1b960a" TargetMode="External"/><Relationship Id="rId6" Type="http://schemas.openxmlformats.org/officeDocument/2006/relationships/hyperlink" Target="https://zenn.dev/nkmak/articles/d20e109263434c" TargetMode="External"/><Relationship Id="rId7" Type="http://schemas.openxmlformats.org/officeDocument/2006/relationships/hyperlink" Target="https://qiita.com/michi2026/items/008b14eb0f05bb4307d4" TargetMode="External"/><Relationship Id="rId8" Type="http://schemas.openxmlformats.org/officeDocument/2006/relationships/hyperlink" Target="https://qiita.com/xuseenmanoranjan525/items/f774552d08541e04ab2f" TargetMode="External"/><Relationship Id="rId9" Type="http://schemas.openxmlformats.org/officeDocument/2006/relationships/hyperlink" Target="https://zenn.dev/kakecake/articles/20260620-ai-my-own-textbook" TargetMode="External"/><Relationship Id="rId10" Type="http://schemas.openxmlformats.org/officeDocument/2006/relationships/hyperlink" Target="https://arrowtsx.dev/bigger-models/" TargetMode="External"/><Relationship Id="rId11" Type="http://schemas.openxmlformats.org/officeDocument/2006/relationships/hyperlink" Target="https://zenn.dev/orionn/articles/pukiwiki-navigator-sticky" TargetMode="External"/><Relationship Id="rId12" Type="http://schemas.openxmlformats.org/officeDocument/2006/relationships/hyperlink" Target="https://qiita.com/HanaokaY/items/4fa156fb239a210af2d0" TargetMode="External"/><Relationship Id="rId13" Type="http://schemas.openxmlformats.org/officeDocument/2006/relationships/hyperlink" Target="https://zenn.dev/teraco/articles/281d0f569fbcd7"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huji_asatsuma0251/items/24c7c67b5efa180e6f84" TargetMode="External"/><Relationship Id="rId3" Type="http://schemas.openxmlformats.org/officeDocument/2006/relationships/hyperlink" Target="https://qiita.com/masykot582/items/8cdbf81da61f59d1f6d6" TargetMode="External"/><Relationship Id="rId4" Type="http://schemas.openxmlformats.org/officeDocument/2006/relationships/hyperlink" Target="https://qiita.com/shatolin/items/e375a3f49aafec529afc" TargetMode="External"/><Relationship Id="rId5" Type="http://schemas.openxmlformats.org/officeDocument/2006/relationships/hyperlink" Target="https://qiita.com/kinamocchi_tech/items/cc0a149c32869ced21bd" TargetMode="External"/><Relationship Id="rId6" Type="http://schemas.openxmlformats.org/officeDocument/2006/relationships/hyperlink" Target="https://qiita.com/rino_yume/items/14720ddf61004c454b7f" TargetMode="External"/><Relationship Id="rId7" Type="http://schemas.openxmlformats.org/officeDocument/2006/relationships/hyperlink" Target="https://qiita.com/taka_yayoi/items/7e34b6b2403eef1d813e" TargetMode="External"/><Relationship Id="rId8" Type="http://schemas.openxmlformats.org/officeDocument/2006/relationships/hyperlink" Target="https://qiita.com/rex0220/items/6b906ebde7ffde5373a4" TargetMode="External"/><Relationship Id="rId9" Type="http://schemas.openxmlformats.org/officeDocument/2006/relationships/hyperlink" Target="https://qiita.com/rex0220/items/34a965a62472e74aa61b" TargetMode="External"/><Relationship Id="rId10" Type="http://schemas.openxmlformats.org/officeDocument/2006/relationships/hyperlink" Target="https://zenn.dev/takyone/articles/ai-perception-cascade-empirics" TargetMode="External"/><Relationship Id="rId11" Type="http://schemas.openxmlformats.org/officeDocument/2006/relationships/hyperlink" Target="https://zenn.dev/methylone/articles/86c9d1a0e66b0c" TargetMode="External"/><Relationship Id="rId12" Type="http://schemas.openxmlformats.org/officeDocument/2006/relationships/hyperlink" Target="https://zenn.dev/zawa25721/articles/d4825f6d7d3a04" TargetMode="External"/><Relationship Id="rId13" Type="http://schemas.openxmlformats.org/officeDocument/2006/relationships/hyperlink" Target="https://qiita.com/maskot1977/items/00c9e4fbf42b2a26288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lingmu/articles/2026-06-19-openai-talent-chemistry-ai" TargetMode="External"/><Relationship Id="rId3" Type="http://schemas.openxmlformats.org/officeDocument/2006/relationships/hyperlink" Target="https://qiita.com/konnotoso/items/f1657eb9863c8ba0a3ae" TargetMode="External"/><Relationship Id="rId4" Type="http://schemas.openxmlformats.org/officeDocument/2006/relationships/hyperlink" Target="https://qiita.com/nagatakoji132/items/bafeef6ffb48ad3f9fd3" TargetMode="External"/><Relationship Id="rId5" Type="http://schemas.openxmlformats.org/officeDocument/2006/relationships/hyperlink" Target="https://qiita.com/nagatakoji132/items/4bf728ff75997979ea6e" TargetMode="External"/><Relationship Id="rId6" Type="http://schemas.openxmlformats.org/officeDocument/2006/relationships/hyperlink" Target="https://qiita.com/gaop2560/items/e5802a1704821261b61a" TargetMode="External"/><Relationship Id="rId7" Type="http://schemas.openxmlformats.org/officeDocument/2006/relationships/hyperlink" Target="https://qiita.com/5naokichi/items/3a1d4e40955ceb795121" TargetMode="External"/><Relationship Id="rId8" Type="http://schemas.openxmlformats.org/officeDocument/2006/relationships/hyperlink" Target="https://zenn.dev/tkithrta/articles/6ca1723c8ed689" TargetMode="External"/><Relationship Id="rId9" Type="http://schemas.openxmlformats.org/officeDocument/2006/relationships/hyperlink" Target="https://qiita.com/Rapls/items/96502049a80606499ad7" TargetMode="External"/><Relationship Id="rId10" Type="http://schemas.openxmlformats.org/officeDocument/2006/relationships/hyperlink" Target="https://zenn.dev/taimonya/articles/049e6eeebce5c0" TargetMode="External"/><Relationship Id="rId11" Type="http://schemas.openxmlformats.org/officeDocument/2006/relationships/hyperlink" Target="https://qiita.com/Tadataka_Takahashi/items/918c0c64b1ee06a6cd03" TargetMode="External"/><Relationship Id="rId12" Type="http://schemas.openxmlformats.org/officeDocument/2006/relationships/hyperlink" Target="https://qiita.com/dedon/items/e5996999bc8e95b273d6" TargetMode="External"/><Relationship Id="rId13" Type="http://schemas.openxmlformats.org/officeDocument/2006/relationships/hyperlink" Target="https://qiita.com/picnic/items/3a5447f8b8095619baf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kairosai/articles/d32bb069e38eef" TargetMode="External"/><Relationship Id="rId3" Type="http://schemas.openxmlformats.org/officeDocument/2006/relationships/hyperlink" Target="https://zenn.dev/h888s/articles/genai-term-llm" TargetMode="External"/><Relationship Id="rId4" Type="http://schemas.openxmlformats.org/officeDocument/2006/relationships/hyperlink" Target="https://zenn.dev/lingmu/articles/2026-06-18-deployment-simulation-predict-ai" TargetMode="External"/><Relationship Id="rId5" Type="http://schemas.openxmlformats.org/officeDocument/2006/relationships/hyperlink" Target="https://zenn.dev/kashun1115/articles/20260617-auto-output-pipeline" TargetMode="External"/><Relationship Id="rId6" Type="http://schemas.openxmlformats.org/officeDocument/2006/relationships/hyperlink" Target="https://qiita.com/okssusucha/items/454528ad967d5d7c5674" TargetMode="External"/><Relationship Id="rId7" Type="http://schemas.openxmlformats.org/officeDocument/2006/relationships/hyperlink" Target="https://qiita.com/rino_yume/items/3c09851496efad12aefd" TargetMode="External"/><Relationship Id="rId8" Type="http://schemas.openxmlformats.org/officeDocument/2006/relationships/hyperlink" Target="https://zenn.dev/sapolas/articles/7e36aca3347e06" TargetMode="External"/><Relationship Id="rId9" Type="http://schemas.openxmlformats.org/officeDocument/2006/relationships/hyperlink" Target="https://qiita.com/Rapls/items/017c1fe542947920de9a" TargetMode="External"/><Relationship Id="rId10" Type="http://schemas.openxmlformats.org/officeDocument/2006/relationships/hyperlink" Target="https://zenn.dev/albatrosary/articles/13f578f8a5ad38" TargetMode="External"/><Relationship Id="rId11" Type="http://schemas.openxmlformats.org/officeDocument/2006/relationships/hyperlink" Target="https://zenn.dev/kas_blog/articles/20260617-wicer-llm-wiki-systems" TargetMode="External"/><Relationship Id="rId12" Type="http://schemas.openxmlformats.org/officeDocument/2006/relationships/hyperlink" Target="https://qiita.com/SoraEndo/items/d13771a7da916577a6a0" TargetMode="External"/><Relationship Id="rId13" Type="http://schemas.openxmlformats.org/officeDocument/2006/relationships/hyperlink" Target="https://qiita.com/okssusucha/items/dd09c9cf0e562216c57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mikimaro/articles/860aa5152809e5" TargetMode="External"/><Relationship Id="rId3" Type="http://schemas.openxmlformats.org/officeDocument/2006/relationships/hyperlink" Target="https://qiita.com/ogawa_slj/items/92cff2b992c3891ee5c3" TargetMode="External"/><Relationship Id="rId4" Type="http://schemas.openxmlformats.org/officeDocument/2006/relationships/hyperlink" Target="https://zenn.dev/baleenstudio/articles/928435eab25064" TargetMode="External"/><Relationship Id="rId5" Type="http://schemas.openxmlformats.org/officeDocument/2006/relationships/hyperlink" Target="https://qiita.com/okssusucha/items/6811ea41135d83220a49" TargetMode="External"/><Relationship Id="rId6" Type="http://schemas.openxmlformats.org/officeDocument/2006/relationships/hyperlink" Target="https://blog.jxmo.io/p/zen-and-the-art-of-machine-learning" TargetMode="External"/><Relationship Id="rId7" Type="http://schemas.openxmlformats.org/officeDocument/2006/relationships/hyperlink" Target="https://qiita.com/koji0705/items/cdc7a5f56bc0c3d542f2" TargetMode="External"/><Relationship Id="rId8" Type="http://schemas.openxmlformats.org/officeDocument/2006/relationships/hyperlink" Target="https://zenn.dev/inspector/articles/chatgpt-alignment-abe-shinnosuke-2026" TargetMode="External"/><Relationship Id="rId9" Type="http://schemas.openxmlformats.org/officeDocument/2006/relationships/hyperlink" Target="https://qiita.com/CodeLeaf/items/6af7084d5cf8ac450ca7" TargetMode="External"/><Relationship Id="rId10" Type="http://schemas.openxmlformats.org/officeDocument/2006/relationships/hyperlink" Target="https://zenn.dev/tech_realinvent/articles/2c3ce2fa70e783" TargetMode="External"/><Relationship Id="rId11" Type="http://schemas.openxmlformats.org/officeDocument/2006/relationships/hyperlink" Target="https://zenn.dev/hobomokha/articles/e4225ad7811e4b" TargetMode="External"/><Relationship Id="rId12" Type="http://schemas.openxmlformats.org/officeDocument/2006/relationships/hyperlink" Target="https://qiita.com/kanata564/items/6ca83e000e219b25d02d" TargetMode="External"/><Relationship Id="rId13" Type="http://schemas.openxmlformats.org/officeDocument/2006/relationships/hyperlink" Target="https://qiita.com/tomoki-miso/items/3a7352dea05f380c38f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kenta_kadowaki/articles/56d3a502356202" TargetMode="External"/><Relationship Id="rId3" Type="http://schemas.openxmlformats.org/officeDocument/2006/relationships/hyperlink" Target="https://zenn.dev/continuitymodel/articles/63f090e6e84d8b" TargetMode="External"/><Relationship Id="rId4" Type="http://schemas.openxmlformats.org/officeDocument/2006/relationships/hyperlink" Target="https://qiita.com/aigirlfriendmedia/items/7cc9418bb4db29534d1c" TargetMode="External"/><Relationship Id="rId5" Type="http://schemas.openxmlformats.org/officeDocument/2006/relationships/hyperlink" Target="https://zenn.dev/tkithrta/articles/0675acc0ced326" TargetMode="External"/><Relationship Id="rId6" Type="http://schemas.openxmlformats.org/officeDocument/2006/relationships/hyperlink" Target="https://qiita.com/ktg0215/items/c5f7980ca3c744c163c5" TargetMode="External"/><Relationship Id="rId7" Type="http://schemas.openxmlformats.org/officeDocument/2006/relationships/hyperlink" Target="https://qiita.com/yassan_scai/items/798bc64dba9de3805023" TargetMode="External"/><Relationship Id="rId8" Type="http://schemas.openxmlformats.org/officeDocument/2006/relationships/hyperlink" Target="https://qiita.com/otoyo0318/items/be6d2ac4977e1ddf5071" TargetMode="External"/><Relationship Id="rId9" Type="http://schemas.openxmlformats.org/officeDocument/2006/relationships/hyperlink" Target="https://zenn.dev/mlboydaisuke/articles/e56291d606e61348ff27" TargetMode="External"/><Relationship Id="rId10" Type="http://schemas.openxmlformats.org/officeDocument/2006/relationships/hyperlink" Target="https://zenn.dev/miki_mini/articles/f5a0b85f84bbd6" TargetMode="External"/><Relationship Id="rId11" Type="http://schemas.openxmlformats.org/officeDocument/2006/relationships/hyperlink" Target="https://zenn.dev/nozmat/articles/e414ab808ebc1e" TargetMode="External"/><Relationship Id="rId12" Type="http://schemas.openxmlformats.org/officeDocument/2006/relationships/hyperlink" Target="https://zenn.dev/saturday/articles/97f0f577d40e1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2026-06-20</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総収集記事数：208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18 件</a:t>
                      </a:r>
                    </a:p>
                  </a:txBody>
                  <a:tcPr>
                    <a:solidFill>
                      <a:srgbClr val="1E2D47"/>
                    </a:solidFill>
                  </a:tcPr>
                </a:tc>
                <a:tc>
                  <a:txBody>
                    <a:bodyPr/>
                    <a:lstStyle/>
                    <a:p>
                      <a:pPr algn="ctr"/>
                      <a:r>
                        <a:rPr sz="1200" b="0">
                          <a:solidFill>
                            <a:srgbClr val="D0E4F7"/>
                          </a:solidFill>
                        </a:rPr>
                        <a:t>7.1%</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36 件</a:t>
                      </a:r>
                    </a:p>
                  </a:txBody>
                  <a:tcPr>
                    <a:solidFill>
                      <a:srgbClr val="162238"/>
                    </a:solidFill>
                  </a:tcPr>
                </a:tc>
                <a:tc>
                  <a:txBody>
                    <a:bodyPr/>
                    <a:lstStyle/>
                    <a:p>
                      <a:pPr algn="ctr"/>
                      <a:r>
                        <a:rPr sz="1200" b="0">
                          <a:solidFill>
                            <a:srgbClr val="D0E4F7"/>
                          </a:solidFill>
                        </a:rPr>
                        <a:t>14.3%</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81 件</a:t>
                      </a:r>
                    </a:p>
                  </a:txBody>
                  <a:tcPr>
                    <a:solidFill>
                      <a:srgbClr val="1E2D47"/>
                    </a:solidFill>
                  </a:tcPr>
                </a:tc>
                <a:tc>
                  <a:txBody>
                    <a:bodyPr/>
                    <a:lstStyle/>
                    <a:p>
                      <a:pPr algn="ctr"/>
                      <a:r>
                        <a:rPr sz="1200" b="0">
                          <a:solidFill>
                            <a:srgbClr val="D0E4F7"/>
                          </a:solidFill>
                        </a:rPr>
                        <a:t>32.1%</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24 件</a:t>
                      </a:r>
                    </a:p>
                  </a:txBody>
                  <a:tcPr>
                    <a:solidFill>
                      <a:srgbClr val="162238"/>
                    </a:solidFill>
                  </a:tcPr>
                </a:tc>
                <a:tc>
                  <a:txBody>
                    <a:bodyPr/>
                    <a:lstStyle/>
                    <a:p>
                      <a:pPr algn="ctr"/>
                      <a:r>
                        <a:rPr sz="1200" b="0">
                          <a:solidFill>
                            <a:srgbClr val="D0E4F7"/>
                          </a:solidFill>
                        </a:rPr>
                        <a:t>9.5%</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10 件</a:t>
                      </a:r>
                    </a:p>
                  </a:txBody>
                  <a:tcPr>
                    <a:solidFill>
                      <a:srgbClr val="1E2D47"/>
                    </a:solidFill>
                  </a:tcPr>
                </a:tc>
                <a:tc>
                  <a:txBody>
                    <a:bodyPr/>
                    <a:lstStyle/>
                    <a:p>
                      <a:pPr algn="ctr"/>
                      <a:r>
                        <a:rPr sz="1200" b="0">
                          <a:solidFill>
                            <a:srgbClr val="D0E4F7"/>
                          </a:solidFill>
                        </a:rPr>
                        <a:t>4.0%</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83 件</a:t>
                      </a:r>
                    </a:p>
                  </a:txBody>
                  <a:tcPr>
                    <a:solidFill>
                      <a:srgbClr val="162238"/>
                    </a:solidFill>
                  </a:tcPr>
                </a:tc>
                <a:tc>
                  <a:txBody>
                    <a:bodyPr/>
                    <a:lstStyle/>
                    <a:p>
                      <a:pPr algn="ctr"/>
                      <a:r>
                        <a:rPr sz="1200" b="0">
                          <a:solidFill>
                            <a:srgbClr val="D0E4F7"/>
                          </a:solidFill>
                        </a:rPr>
                        <a:t>32.9%</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252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【毎日更新】Claude Code関連で今伸びているQiita記事TOP20を急上昇ランキング</a:t>
            </a:r>
            <a:r>
              <a:rPr sz="900">
                <a:solidFill>
                  <a:srgbClr val="7F8C8D"/>
                </a:solidFill>
              </a:rPr>
              <a:t>  (2026-06-20)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https://qiita.com/4q_sano/items/0b9682ef6589520974e0</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:::note info
最終更新: 2026-06-20 15:28:48 JST
- 対象タグ: , , 
- 対象記事: 直近30日間に投稿された記事
- 集計期間: 2026-06-13 〜 2026-06-20
- 集計基準: 直近7日間のストック増加数
- 集計対象記事数: 193 件</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Zindi「A Step Ahead of Drought」に挑戦する：GRACE/TWSで地球規模の水貯留量を1か月先予測する</a:t>
            </a:r>
            <a:r>
              <a:rPr sz="900">
                <a:solidFill>
                  <a:srgbClr val="7F8C8D"/>
                </a:solidFill>
              </a:rPr>
              <a:t>  (2026-06-20)</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https://qiita.com/rino_yume/items/332bf29648265efa696e</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Zindi「A Step Ahead of Drought」に挑戦する：GRACE/TWSで地球規模の水貯留量を1か月先予測する
1. はじめに
Zindiで公開されている A Step Ahead of Drought: Forecasting Global Water Storage Cha</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Claude Codeで実用的にシェルを作成する方法｜厳選5選紹介</a:t>
            </a:r>
            <a:r>
              <a:rPr sz="900">
                <a:solidFill>
                  <a:srgbClr val="7F8C8D"/>
                </a:solidFill>
              </a:rPr>
              <a:t>  (2026-06-20)</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https://qiita.com/kamome_susume/items/4d9a556e29d1b2e6e8fa</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毎日同じようなコマンドを手で打っていませんか？バックアップ、ログ確認、デプロイ……地味だけど欠かせない作業ほど、つい後回しにしてシェルスクリプト化を諦めてしまいがちです。この記事では、Claude Codeに頼んで実際の業務で使える便利なシェルスクリプトを作る方法を、厳選5パターンの具体例つきで紹介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 なぜRAGは“しれっと嘘”をつくのか ——    日本語小説50問で、検索が外した瞬間を解剖した</a:t>
            </a:r>
            <a:r>
              <a:rPr sz="900">
                <a:solidFill>
                  <a:srgbClr val="7F8C8D"/>
                </a:solidFill>
              </a:rPr>
              <a:t>  (2026-06-20)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https://qiita.com/Marron-chan/items/8b3a1febb516dc93bbd2</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&lt;!-- Qiitaタイトル: なぜRAGは“しれっと嘘”をつくのか —— 日本語小説50問で、検索が外した瞬間を解剖した --&gt;
&lt;!-- キーワード: LLM vLLM RAG RTX4070 --&gt;
はじめに
RAGを組んでみたら、検索が当たった質問にはちゃんと答えるのに、外した質問ではし</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社内機密はローカルで守り、頭脳は ai&amp; で借りる ― 二層ルーティング RAG「SafeRoute-RAG」を作ってみた</a:t>
            </a:r>
            <a:r>
              <a:rPr sz="900">
                <a:solidFill>
                  <a:srgbClr val="7F8C8D"/>
                </a:solidFill>
              </a:rPr>
              <a:t>  (2026-06-20)</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https://qiita.com/huangpenguin/items/a9b06af19907d4addffd</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&gt; TL;DR
&gt; - 企業 RAG の「海外クローズドモデルに社内文書を渡したくない」「でも全部オンプレはコストが重い」というジレンマを、役割分担で解きました
&gt; - 検索（Embedding）は 100% ローカル、安全判定と回答生成は ai&amp; Inference（国内データセンター・OpenA</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RAGを本当に使うために、処理段階ごとに優秀手法を整理してみた</a:t>
            </a:r>
            <a:r>
              <a:rPr sz="900">
                <a:solidFill>
                  <a:srgbClr val="7F8C8D"/>
                </a:solidFill>
              </a:rPr>
              <a:t>  (2026-06-20)</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https://qiita.com/engchina/items/3060140b10a9a35021f4</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初めに
最近、RAG の実装例はかなり増えました。
Dify、RAGFlow、LlamaIndex、LangChain、GraphRAG、LightRAG、Docling、Marker、Unstructured、RAG-Anything、ColPali、PageIndex、Ragas、AutoR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Microsoftの新機能CodeActは、ツールを1個ずつ呼ばせない</a:t>
            </a:r>
            <a:r>
              <a:rPr sz="900">
                <a:solidFill>
                  <a:srgbClr val="7F8C8D"/>
                </a:solidFill>
              </a:rPr>
              <a:t>  (2026-06-20)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https://qiita.com/okssusucha/items/70f2fca9a913e242aa6a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エージェントにツールを使わせるとき、いまの標準は「モデルがJSONでツール呼び出しを1つ出す → 実行する → 結果を渡してまたモデルに考えさせる」というループだ。1ステップごとにモデルの推論が1往復走る。天気を2都市ぶん引いて比べるだけでも、を2回、それぞれが別ターン。ユーザーの注文を全件なめて合</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 の要約で"わかったつもり"になっていたので、対策のスキルを作った</a:t>
            </a:r>
            <a:r>
              <a:rPr sz="900">
                <a:solidFill>
                  <a:srgbClr val="7F8C8D"/>
                </a:solidFill>
              </a:rPr>
              <a:t>  (2026-06-20)</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https://qiita.com/pani_py/items/c160dee5b14e5ef3b4af</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「要約して」だと、わかったつもり で止まる
技術記事や論文、難しめの概念を前にしたとき、自分はよく Claude Code に「要約して」と頼んでいました。返ってくる要約はきれいで、読めば筋は追える。説明しろと言われれば、だいたいの筋は自分の言葉でも言えます。問題は、その「だいたい」のほうでした。</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MCPで作るAIエージェント記憶サーバー 実運用で固まった設計パターン3選（TypeScript実装付き）</a:t>
            </a:r>
            <a:r>
              <a:rPr sz="900">
                <a:solidFill>
                  <a:srgbClr val="7F8C8D"/>
                </a:solidFill>
              </a:rPr>
              <a:t>  (2026-06-20)</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https://qiita.com/agentmemories/items/999a3b18f6d19166341c</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前回の記事で、AIエージェントの長期記憶を「Markdownファイル＋git」で実装する方法を書きました。今回はその続きで、記憶ストアをMCP（Model Context Protocol）サーバーとして切り出す設計を扱います。
MCP化する動機は1つです。私たちは複数のAIエージェン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入門から実践 -「🔁 ループエンジニアリング」</a:t>
            </a:r>
            <a:r>
              <a:rPr sz="900">
                <a:solidFill>
                  <a:srgbClr val="7F8C8D"/>
                </a:solidFill>
              </a:rPr>
              <a:t>  (2026-06-20)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https://qiita.com/Syoitu/items/97ed37e7ba9c38dc75d8</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前書き
最近 X やブログで 「Loop Engineering（ループエンジニアリング）」 という言葉をやたら見るようになりました。
「もう Claude に指示は出していない、私の仕事はループを書くことだ」 みたいな、ちょっと面白い言い回しで流れてくるアレです:pointuptone1:
最</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​「無理に近道するより整備された道を行け」物流の教訓からスクレイピングを捨て、公式RSS×Geminiで割り切ったAIアプリを作った話</a:t>
            </a:r>
            <a:r>
              <a:rPr sz="900">
                <a:solidFill>
                  <a:srgbClr val="7F8C8D"/>
                </a:solidFill>
              </a:rPr>
              <a:t>  (2026-06-20)</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https://qiita.com/tosane932/items/92bcf28cd91d645596bd</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RSS×Gemini 2.5 Flashで構築する、AIトレンド自動分析システム『Puoppo（ポッポ）』の設計思想と現場の最適解
---
GitHubリポジトリはこちら: tosane932 / puoppoapp
---
1. はじめに
本記事では、IT開発系の資格なし、プログラミング実務</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JavaScriptのプロンプト活用術 失敗から学んだ質問の作り方と実装テクニック</a:t>
            </a:r>
            <a:r>
              <a:rPr sz="900">
                <a:solidFill>
                  <a:srgbClr val="7F8C8D"/>
                </a:solidFill>
              </a:rPr>
              <a:t>  (2026-06-19)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https://qiita.com/NekoByte/items/a01768c95873cbac80e9</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何度も「prompt が期待どおりに動かない」って悩んだことはありませんか？
新卒で入社したばかりの頃、社内ツールの簡易デバッグ用に  を多用していました。  
「ユーザーに数値を入力させて計算結果を返す」だけの機能だったので、 と書くだけで済むと思っていました。  
しかし、実際にリリ</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AnthropicのClaude停止問題から考える、AI時代の技術者が見るべき論点</a:t>
            </a:r>
            <a:r>
              <a:rPr sz="900">
                <a:solidFill>
                  <a:srgbClr val="7F8C8D"/>
                </a:solidFill>
              </a:rPr>
              <a:t>  (2026-06-20)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https://qiita.com/mhamadajp/items/91b2ee850d0bf74ca107</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AnthropicがClaude Fable 5とClaude Mythos 5の提供を一時停止した件は、単なるAIサービスのトラブルではありません。
IT技術者にとって重要なのは、「ある高性能モデルが止まった」という表面的なニュースではなく、その背景にある設計上の論点です。AIモデルの性能競争、</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Claude Fable 5 / Mythos 5 エクスポート制限の衝撃 — セキュリティとAI規制・企業対応ガイド</a:t>
            </a:r>
            <a:r>
              <a:rPr sz="900">
                <a:solidFill>
                  <a:srgbClr val="7F8C8D"/>
                </a:solidFill>
              </a:rPr>
              <a:t>  (2026-06-19)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https://qiita.com/kai_kou/items/bdb9605b05a81c81e97f</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概要
2026年6月12日、米国商務省はAnthropicに対し、Claude Fable 5 と Claude Mythos 5 へのアクセスを「全ての外国人」に対して停止するよう指令しました。
この決定は、AI 開発史上初めて生成モデルが戦略的資源として扱われ、半導体やミサイル技術と同じエク</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個人的Data + AI Summit 2026振り返り</a:t>
            </a:r>
            <a:r>
              <a:rPr sz="900">
                <a:solidFill>
                  <a:srgbClr val="7F8C8D"/>
                </a:solidFill>
              </a:rPr>
              <a:t>  (2026-06-19)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https://qiita.com/taka_yayoi/items/dd67ae8676d5df07e43d</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今年のテーマ: 「何ができるか」から「どう本番で動かすか」へ
毎年恒例のData + AI Summit (DAIS) 振り返りです。6回目の視聴になりますが、今年のキーノートを貫いていたメッセージは明確でした。「AIが何かをできるか」ではなく「どうやって本番でスケールさせ、ガバナンスを効かせて確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【毎日更新】Claude Code関連で今伸びているQiita記事TOP20を急上昇ランキング</a:t>
            </a:r>
            <a:r>
              <a:rPr sz="900">
                <a:solidFill>
                  <a:srgbClr val="7F8C8D"/>
                </a:solidFill>
              </a:rPr>
              <a:t>  (2026-06-20)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https://qiita.com/4q_sano/items/0b9682ef6589520974e0</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:::note info
最終更新: 2026-06-20 15:28:48 JST
- 対象タグ: , , 
- 対象記事: 直近30日間に投稿された記事
- 集計期間: 2026-06-13 〜 2026-06-20
- 集計基準: </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Zindi「A Step Ahead of Drought」に挑戦する：GRACE/TWSで地球規模の水貯留量を1か月先予測する</a:t>
            </a:r>
            <a:r>
              <a:rPr sz="900">
                <a:solidFill>
                  <a:srgbClr val="7F8C8D"/>
                </a:solidFill>
              </a:rPr>
              <a:t>  (2026-06-20)</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https://qiita.com/rino_yume/items/332bf29648265efa696e</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Zindi「A Step Ahead of Drought」に挑戦する：GRACE/TWSで地球規模の水貯留量を1か月先予測する
1. はじめに
Zindiで公開されている A Step Ahead of Drought: Foreca</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Codeで実用的にシェルを作成する方法｜厳選5選紹介</a:t>
            </a:r>
            <a:r>
              <a:rPr sz="900">
                <a:solidFill>
                  <a:srgbClr val="7F8C8D"/>
                </a:solidFill>
              </a:rPr>
              <a:t>  (2026-06-20)</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https://qiita.com/kamome_susume/items/4d9a556e29d1b2e6e8fa</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毎日同じようなコマンドを手で打っていませんか？バックアップ、ログ確認、デプロイ……地味だけど欠かせない作業ほど、つい後回しにしてシェルスクリプト化を諦めてしまいがちです。この記事では、Claude Codeに頼んで実際の業務で使える便利なシ</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生成AIで専門技術記事はどこまで作れるか：月編 — 軌道・潮汐・自転同期から探査の現在まで</a:t>
            </a:r>
            <a:r>
              <a:rPr sz="900">
                <a:solidFill>
                  <a:srgbClr val="7F8C8D"/>
                </a:solidFill>
              </a:rPr>
              <a:t>  (2026-06-20)</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https://qiita.com/rex0220/items/f41265ad3a53479e8375</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:::note info
この記事の作り方（生成AIワークフロー）
本記事は「生成AIで専門技術記事はどこまで作れるか」の検証として、次の構成で作成しました。
- 進行・統括・ファクトチェック: Claude Code
- 記事パイプラ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10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 で、コードを書く以外の開発まわりの雑務を自動化してみた。個人プラグイン開発者の実例【2026年6月版】</a:t>
            </a:r>
            <a:r>
              <a:rPr sz="900">
                <a:solidFill>
                  <a:srgbClr val="7F8C8D"/>
                </a:solidFill>
              </a:rPr>
              <a:t>  (2026-06-20)</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https://qiita.com/Rapls/items/1b3cd17dc88d9557740c</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WordPress プラグインを個人で作っています。Claude Code はコードを書くために使い始めたんですが、半年ほど経って気づいたのは、自分の時間を本当に食っていたのは、コードそのものではなかった、ということでした。
食っていたの</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AIエージェントにIDがないと本番で困る話——アイデンティティ・委任・権限の設計入門</a:t>
            </a:r>
            <a:r>
              <a:rPr sz="900">
                <a:solidFill>
                  <a:srgbClr val="7F8C8D"/>
                </a:solidFill>
              </a:rPr>
              <a:t>  (2026-06-20)</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https://qiita.com/ariefwara/items/11393bbf10f75bba2e3c</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この記事で扱うこと
AIエージェントをデモから本番運用に移すとき、「このアクション、誰がやったの？」 という質問に答えられなくなるケースが頻発します。  
原因は単純で、エージェントに明確なアイデンティティ（ID） がなく、委任元のユーザ</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Codeで再利用可能なワークフローを作る──SKILL.md設計の三原則</a:t>
            </a:r>
            <a:r>
              <a:rPr sz="900">
                <a:solidFill>
                  <a:srgbClr val="7F8C8D"/>
                </a:solidFill>
              </a:rPr>
              <a:t>  (2026-06-19)</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4"/>
              </a:rPr>
              <a:t>https://zenn.dev/yamada_ai_dev/articles/claude-code-skill-md-design</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Claude Codeで再利用可能なワークフローを作る──SKILL.md設計の三原則
!
この記事はClaude Codeのハーネス設計シリーズの一部です。
Claude Codeを1ヶ月使って気づいた「指示の改善では解決しない問題」</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LangGraphで構築！マルチエージェントRAGの協調ワークフロー実装ハンズオン</a:t>
            </a:r>
            <a:r>
              <a:rPr sz="900">
                <a:solidFill>
                  <a:srgbClr val="7F8C8D"/>
                </a:solidFill>
              </a:rPr>
              <a:t>  (2026-06-19)</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https://qiita.com/DaokFrontier/items/64e0a4ebb7002288c0cf</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LangGraphで構築！マルチエージェントRAGの協調ワークフロー実装ハンズオン
LLMアプリケーションの精度と複雑性を向上させるため、LangGraphを用いて複数のエージェントを協調させ、より高度なRAGシステムを実装する具体的な手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 なぜRAGは“しれっと嘘”をつくのか ——    日本語小説50問で、検索が外した瞬間を解剖した</a:t>
            </a:r>
            <a:r>
              <a:rPr sz="900">
                <a:solidFill>
                  <a:srgbClr val="7F8C8D"/>
                </a:solidFill>
              </a:rPr>
              <a:t>  (2026-06-20)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https://qiita.com/Marron-chan/items/8b3a1febb516dc93bbd2</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&lt;!-- Qiitaタイトル: なぜRAGは“しれっと嘘”をつくのか —— 日本語小説50問で、検索が外した瞬間を解剖した --&gt;
&lt;!-- キーワード: LLM vLLM RAG RTX4070 --&gt;
はじめに
RAGを組んでみたら</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社内機密はローカルで守り、頭脳は ai&amp; で借りる ― 二層ルーティング RAG「SafeRoute-RAG」を作ってみた</a:t>
            </a:r>
            <a:r>
              <a:rPr sz="900">
                <a:solidFill>
                  <a:srgbClr val="7F8C8D"/>
                </a:solidFill>
              </a:rPr>
              <a:t>  (2026-06-20)</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https://qiita.com/huangpenguin/items/a9b06af19907d4addffd</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&gt; TL;DR
&gt; - 企業 RAG の「海外クローズドモデルに社内文書を渡したくない」「でも全部オンプレはコストが重い」というジレンマを、役割分担で解きました
&gt; - 検索（Embedding）は 100% ローカル、安全判定と回答生成は</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RAGを本当に使うために、処理段階ごとに優秀手法を整理してみた</a:t>
            </a:r>
            <a:r>
              <a:rPr sz="900">
                <a:solidFill>
                  <a:srgbClr val="7F8C8D"/>
                </a:solidFill>
              </a:rPr>
              <a:t>  (2026-06-20)</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https://qiita.com/engchina/items/3060140b10a9a35021f4</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初めに
最近、RAG の実装例はかなり増えました。
Dify、RAGFlow、LlamaIndex、LangChain、GraphRAG、LightRAG、Docling、Marker、Unstructured、RAG-Anything</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ローカルLLMで CAG は RAG に勝てるか — 速度・精度を50問で実測（結果編）</a:t>
            </a:r>
            <a:r>
              <a:rPr sz="900">
                <a:solidFill>
                  <a:srgbClr val="7F8C8D"/>
                </a:solidFill>
              </a:rPr>
              <a:t>  (2026-06-20)</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https://qiita.com/Marron-chan/items/77d0892c4d19930bd455</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〈実装編〉 で、RAG と CAG を同じ土俵に載せる準備までを終えました。同じ LLM、同じ 50 問、同じ採点者。違うのは「知識をどう渡すか」だけ——あとは走らせて、数字を見るだけです。
プレフィックスキャッシュを手元で測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24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RAGについて勉強＆やってみる</a:t>
            </a:r>
            <a:r>
              <a:rPr sz="900">
                <a:solidFill>
                  <a:srgbClr val="7F8C8D"/>
                </a:solidFill>
              </a:rPr>
              <a:t>  (2026-06-20)</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https://qiita.com/ryo0819/items/fe5329ee853d9a68a2a2</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概要
https://qiita.com/ryo0819/items/6c3bf8b9b25b5d827428
前回、上のような記事を作りました
最終ゴールは動画内であるセリフは確実に言ったけれども、どの動画で発言していたかがわからない</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ローカルLLM を動かすなら RAG より速くて正確な選択肢がある——CAG の実装と設計（実装編）</a:t>
            </a:r>
            <a:r>
              <a:rPr sz="900">
                <a:solidFill>
                  <a:srgbClr val="7F8C8D"/>
                </a:solidFill>
              </a:rPr>
              <a:t>  (2026-06-20)</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https://qiita.com/Marron-chan/items/d5fba42cacc95540c884</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LLM の出力を速くしたくて、このブログでは プレフィックスキャッシュで TTFT が約9割短くなること まで実測してきました。「同じ長文を毎回 prefill するのはもったいない」という話です。
その延長で、ひとつ気づいた</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【ローカルLLMチャットボット開発】最終回 自前実装して分かったDifyの凄さ</a:t>
            </a:r>
            <a:r>
              <a:rPr sz="900">
                <a:solidFill>
                  <a:srgbClr val="7F8C8D"/>
                </a:solidFill>
              </a:rPr>
              <a:t>  (2026-06-20)</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https://qiita.com/masayasu_t/items/a6e48c87cc246a967c82</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本シリーズでは、
 ローカルLLM（Ollamaなし）
 RAG（Ollamaなし）
 会話履歴
 文書管理
を実装し、ローカル環境で動作するチャットボットを作成してきました。
今回は、自前実装して分かったDifyの凄さに</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Compress tool outputs, logs, files, RAG chunks before LLM for 60-95% less tokens</a:t>
            </a:r>
            <a:r>
              <a:rPr sz="900">
                <a:solidFill>
                  <a:srgbClr val="7F8C8D"/>
                </a:solidFill>
              </a:rPr>
              <a:t>  (2026-06-20)</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[HackerNews]  </a:t>
            </a:r>
            <a:r>
              <a:rPr sz="800">
                <a:solidFill>
                  <a:srgbClr val="5DADE8"/>
                </a:solidFill>
                <a:hlinkClick r:id="rId5"/>
              </a:rPr>
              <a:t>https://github.com/chopratejas/headroom</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Compress tool outputs, logs, files, RAG chunks before LLM for 60-95% less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Microsoftの新機能CodeActは、ツールを1個ずつ呼ばせない</a:t>
            </a:r>
            <a:r>
              <a:rPr sz="900">
                <a:solidFill>
                  <a:srgbClr val="7F8C8D"/>
                </a:solidFill>
              </a:rPr>
              <a:t>  (2026-06-20)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https://qiita.com/okssusucha/items/70f2fca9a913e242aa6a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エージェントにツールを使わせるとき、いまの標準は「モデルがJSONでツール呼び出しを1つ出す → 実行する → 結果を渡してまたモデルに考えさせる」というループだ。1ステップごとにモデルの推論が1往復走る。天気を2都市ぶん引いて比べるだけで</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の要約で"わかったつもり"になっていたので、対策のスキルを作った</a:t>
            </a:r>
            <a:r>
              <a:rPr sz="900">
                <a:solidFill>
                  <a:srgbClr val="7F8C8D"/>
                </a:solidFill>
              </a:rPr>
              <a:t>  (2026-06-20)</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https://qiita.com/pani_py/items/c160dee5b14e5ef3b4af</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「要約して」だと、わかったつもり で止まる
技術記事や論文、難しめの概念を前にしたとき、自分はよく Claude Code に「要約して」と頼んでいました。返ってくる要約はきれいで、読めば筋は追える。説明しろと言われれば、だいたいの筋は自</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MCPで作るAIエージェント記憶サーバー 実運用で固まった設計パターン3選（TypeScript実装付き）</a:t>
            </a:r>
            <a:r>
              <a:rPr sz="900">
                <a:solidFill>
                  <a:srgbClr val="7F8C8D"/>
                </a:solidFill>
              </a:rPr>
              <a:t>  (2026-06-20)</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https://qiita.com/agentmemories/items/999a3b18f6d19166341c</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前回の記事で、AIエージェントの長期記憶を「Markdownファイル＋git」で実装する方法を書きました。今回はその続きで、記憶ストアをMCP（Model Context Protocol）サーバーとして切り出す設計を扱います。</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v2.1.181〜v2.1.183｜auto modeが破壊的コマンドを止める｜毎日Changelog解説</a:t>
            </a:r>
            <a:r>
              <a:rPr sz="900">
                <a:solidFill>
                  <a:srgbClr val="7F8C8D"/>
                </a:solidFill>
              </a:rPr>
              <a:t>  (2026-06-20)</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https://qiita.com/moha0918_/items/74e97e0f8be8174d312e</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:::note info
Claude Codeの公式Changelogをリリースから最速で翻訳・解説しています。
:::
auto mode が、頼んでいない破棄系コマンドを実行前に止めるようになりました。v2.1.183 で  や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48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Show HN: StayUp – keep a Mac awake (lid closed) while AI agents are working</a:t>
            </a:r>
            <a:r>
              <a:rPr sz="900">
                <a:solidFill>
                  <a:srgbClr val="7F8C8D"/>
                </a:solidFill>
              </a:rPr>
              <a:t>  (2026-06-20)</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[HackerNews]  </a:t>
            </a:r>
            <a:r>
              <a:rPr sz="800">
                <a:solidFill>
                  <a:srgbClr val="5DADE8"/>
                </a:solidFill>
                <a:hlinkClick r:id="rId2"/>
              </a:rPr>
              <a:t>https://getstayup.app</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Show HN: StayUp – keep a Mac awake (lid closed) while AI agents are working</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Ask HN: Will we start seeing tools for LLM use?</a:t>
            </a:r>
            <a:r>
              <a:rPr sz="900">
                <a:solidFill>
                  <a:srgbClr val="7F8C8D"/>
                </a:solidFill>
              </a:rPr>
              <a:t>  (2026-06-20)</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[HackerNews]  </a:t>
            </a:r>
            <a:r>
              <a:rPr sz="800">
                <a:solidFill>
                  <a:srgbClr val="5DADE8"/>
                </a:solidFill>
                <a:hlinkClick r:id="rId3"/>
              </a:rPr>
              <a:t>https://news.ycombinator.com/item?id=48606997</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Many projects and addons exists to reduce the verbosity on standard bash / git /npm etc. Commands that agents pass regul</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Show HN: A Context Brain for You (and Your AI Agent)</a:t>
            </a:r>
            <a:r>
              <a:rPr sz="900">
                <a:solidFill>
                  <a:srgbClr val="7F8C8D"/>
                </a:solidFill>
              </a:rPr>
              <a:t>  (2026-06-20)</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[HackerNews]  </a:t>
            </a:r>
            <a:r>
              <a:rPr sz="800">
                <a:solidFill>
                  <a:srgbClr val="5DADE8"/>
                </a:solidFill>
                <a:hlinkClick r:id="rId4"/>
              </a:rPr>
              <a:t>https://gcontext.ai</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Show HN: A Context Brain for You (and Your AI Agent)</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Show HN: Autonomy – Self-Harness/Self-Directed AI Agent Core Under Development</a:t>
            </a:r>
            <a:r>
              <a:rPr sz="900">
                <a:solidFill>
                  <a:srgbClr val="7F8C8D"/>
                </a:solidFill>
              </a:rPr>
              <a:t>  (2026-06-20)</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[HackerNews]  </a:t>
            </a:r>
            <a:r>
              <a:rPr sz="800">
                <a:solidFill>
                  <a:srgbClr val="5DADE8"/>
                </a:solidFill>
                <a:hlinkClick r:id="rId5"/>
              </a:rPr>
              <a:t>https://autonomy-landing-page.vercel.app/</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Show HN: Autonomy – Self-Harness/Self-Directed AI Agent Core Under Development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入門から実践 -「🔁 ループエンジニアリング」</a:t>
            </a:r>
            <a:r>
              <a:rPr sz="900">
                <a:solidFill>
                  <a:srgbClr val="7F8C8D"/>
                </a:solidFill>
              </a:rPr>
              <a:t>  (2026-06-20)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https://qiita.com/Syoitu/items/97ed37e7ba9c38dc75d8</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前書き
最近 X やブログで 「Loop Engineering（ループエンジニアリング）」 という言葉をやたら見るようになりました。
「もう Claude に指示は出していない、私の仕事はループを書くことだ」 みたいな、ちょっと面白い言</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​「無理に近道するより整備された道を行け」物流の教訓からスクレイピングを捨て、公式RSS×Geminiで割り切ったAIアプリを作った話</a:t>
            </a:r>
            <a:r>
              <a:rPr sz="900">
                <a:solidFill>
                  <a:srgbClr val="7F8C8D"/>
                </a:solidFill>
              </a:rPr>
              <a:t>  (2026-06-20)</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https://qiita.com/tosane932/items/92bcf28cd91d645596bd</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RSS×Gemini 2.5 Flashで構築する、AIトレンド自動分析システム『Puoppo（ポッポ）』の設計思想と現場の最適解
---
GitHubリポジトリはこちら: tosane932 / puoppoapp
---
1. は</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JavaScriptのプロンプト活用術 失敗から学んだ質問の作り方と実装テクニック</a:t>
            </a:r>
            <a:r>
              <a:rPr sz="900">
                <a:solidFill>
                  <a:srgbClr val="7F8C8D"/>
                </a:solidFill>
              </a:rPr>
              <a:t>  (2026-06-19)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https://qiita.com/NekoByte/items/a01768c95873cbac80e9</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何度も「prompt が期待どおりに動かない」って悩んだことはありませんか？
新卒で入社したばかりの頃、社内ツールの簡易デバッグ用に  を多用していました。  
「ユーザーに数値を入力させて計算結果を返す」だけの機能だったので、</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GPT: 先行研究調査_v1</a:t>
            </a:r>
            <a:r>
              <a:rPr sz="900">
                <a:solidFill>
                  <a:srgbClr val="7F8C8D"/>
                </a:solidFill>
              </a:rPr>
              <a:t>  (2026-06-19)</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https://qiita.com/white-flying-snowball/items/efa05366ea7f6d2ccc30</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GPT
先行研究調査v1
https://chatgpt.com/g/g-6a119275dde48191a368097deecccb0c-xian-xing-yan-jiu-diao-cha-v1
生命科学系の研究者が先行研究調査の際に</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6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GeminiとChat DLPで機密情報を守る統合設計</a:t>
            </a:r>
            <a:r>
              <a:rPr sz="900">
                <a:solidFill>
                  <a:srgbClr val="7F8C8D"/>
                </a:solidFill>
              </a:rPr>
              <a:t>  (2026-06-18)</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https://qiita.com/drasenas/items/e47fcc2099eab4b96c6e</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Google Workspace の Chat で Gemini を利用できる環境が整い、組織外ユーザーとの会話でも AI を活用するケースが広がっています。この記事では、Chat DLP（Data Loss Prevention：データ損</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 ChatGPTの会話履歴402件を再利用するため、conversations.jsonからCSV索引を作成した</a:t>
            </a:r>
            <a:r>
              <a:rPr sz="900">
                <a:solidFill>
                  <a:srgbClr val="7F8C8D"/>
                </a:solidFill>
              </a:rPr>
              <a:t>  (2026-06-18)</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https://qiita.com/kinoto-r/items/f92b4d1e260a5aafa2d1</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前回の記事では、ChatGPTからエクスポートしたデータを安全に保存し、原本と作業用データを分けるところまで整理しました。
次に行いたかったのは、エクスポートデータを保存したままにするのではなく、これまでの会話から、将来も活用</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作ってみたで終わらせない日次の株価予測AI 実行コード付き実践キット</a:t>
            </a:r>
            <a:r>
              <a:rPr sz="900">
                <a:solidFill>
                  <a:srgbClr val="7F8C8D"/>
                </a:solidFill>
              </a:rPr>
              <a:t>  (2026-06-18)</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4"/>
              </a:rPr>
              <a:t>https://zenn.dev/aoichan401/books/3d20bfc45bcd63</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J-Quants Lightで取得できる日本株のOHLCV、財務情報、上場銘柄情報、TOPIXを使い、決算発表後の短期的な値動きを機械学習で予測するコード一式です。
J-Quants APIの利用環境を用意すれば、データ取得、特徴量生成、</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AIに壁打ちしすぎて、誰にも相談しなくなった話</a:t>
            </a:r>
            <a:r>
              <a:rPr sz="900">
                <a:solidFill>
                  <a:srgbClr val="7F8C8D"/>
                </a:solidFill>
              </a:rPr>
              <a:t>  (2026-06-18)</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https://zenn.dev/abnharkas/articles/fbc5774eef4fab</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
ここで記載しているのは個人的な感想で、主観がだいぶ入っています
 はじめに
こんにちは！はるかすです。
社内でDX推進をしています。
生成AIをフル活用しながら業務を進めているのですが、あるときから「なんか孤独だな」と感じるようにな</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AnthropicのClaude停止問題から考える、AI時代の技術者が見るべき論点</a:t>
            </a:r>
            <a:r>
              <a:rPr sz="900">
                <a:solidFill>
                  <a:srgbClr val="7F8C8D"/>
                </a:solidFill>
              </a:rPr>
              <a:t>  (2026-06-20)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https://qiita.com/mhamadajp/items/91b2ee850d0bf74ca107</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AnthropicがClaude Fable 5とClaude Mythos 5の提供を一時停止した件は、単なるAIサービスのトラブルではありません。
IT技術者にとって重要なのは、「ある高性能モデルが止まった」という表面的なニュースでは</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Claude Fable 5 / Mythos 5 エクスポート制限の衝撃 — セキュリティとAI規制・企業対応ガイド</a:t>
            </a:r>
            <a:r>
              <a:rPr sz="900">
                <a:solidFill>
                  <a:srgbClr val="7F8C8D"/>
                </a:solidFill>
              </a:rPr>
              <a:t>  (2026-06-19)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3"/>
              </a:rPr>
              <a:t>https://qiita.com/kai_kou/items/bdb9605b05a81c81e97f</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概要
2026年6月12日、米国商務省はAnthropicに対し、Claude Fable 5 と Claude Mythos 5 へのアクセスを「全ての外国人」に対して停止するよう指令しました。
この決定は、AI 開発史上初めて生成モ</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67E22"/>
                </a:solidFill>
              </a:rPr>
              <a:t>▶ </a:t>
            </a:r>
            <a:r>
              <a:rPr sz="1200" b="1">
                <a:solidFill>
                  <a:srgbClr val="FFFFFF"/>
                </a:solidFill>
              </a:rPr>
              <a:t>個人的Data + AI Summit 2026振り返り</a:t>
            </a:r>
            <a:r>
              <a:rPr sz="900">
                <a:solidFill>
                  <a:srgbClr val="7F8C8D"/>
                </a:solidFill>
              </a:rPr>
              <a:t>  (2026-06-19)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4"/>
              </a:rPr>
              <a:t>https://qiita.com/taka_yayoi/items/dd67ae8676d5df07e43d</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今年のテーマ: 「何ができるか」から「どう本番で動かすか」へ
毎年恒例のData + AI Summit (DAIS) 振り返りです。6回目の視聴になりますが、今年のキーノートを貫いていたメッセージは明確でした。「AIが何かをできるか」で</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67E22"/>
                </a:solidFill>
              </a:rPr>
              <a:t>▶ </a:t>
            </a:r>
            <a:r>
              <a:rPr sz="1200" b="1">
                <a:solidFill>
                  <a:srgbClr val="FFFFFF"/>
                </a:solidFill>
              </a:rPr>
              <a:t>Gemini API 画像・動画生成モデルの非推奨化と移行手順【Veoは2週間以内】</a:t>
            </a:r>
            <a:r>
              <a:rPr sz="900">
                <a:solidFill>
                  <a:srgbClr val="7F8C8D"/>
                </a:solidFill>
              </a:rPr>
              <a:t>  (2026-06-16)</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5"/>
              </a:rPr>
              <a:t>https://qiita.com/picnic/items/f113c3fe0bada49e81aa</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2026年6月15日、Google は Gemini API のリリースノートで 画像生成・動画生成の2系統のモデルを非推奨化 すると発表しました。
注目すべきは動画生成モデル Veo の停止期日が 2026年6月30日、つま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　(2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2026年6月のフロンティアLLM総まとめ — Claude/OpenAI/Gemini を実務で束ね設計の考え方</a:t>
            </a:r>
            <a:r>
              <a:rPr sz="900">
                <a:solidFill>
                  <a:srgbClr val="7F8C8D"/>
                </a:solidFill>
              </a:rPr>
              <a:t>  (2026-06-14)</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2"/>
              </a:rPr>
              <a:t>https://zenn.dev/kairosai/articles/c4acf7203dd993</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2026年6月は、フロンティアLLMの動きが一気に加速した月でした。本記事では直近の動向を技術者目線で整理し、複数モデルを「束ねて」使う実務的な設計方針を示します。最新モデル1つに依存せず、用途ごとに最適なモデルへルーティングす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7)</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【draw.io】エンジニアの「雑なMermaid」を、綺麗な図解に変換する【アップデート版】</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https://qiita.com/ktdatascience/items/735ebfa8504fc658c812</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 の Structured Output に信頼度スコアをどう付けるか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https://qiita.com/xxyc/items/a2723185725db357a655</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生成AIの承認フローをGoogleスプレッドシートとGASで1枚の表にする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https://qiita.com/Miraigent/items/c5b11250ff50651b3379</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の API キーを作ったら AIza ではなく AQ. だった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https://qiita.com/Rapls/items/abb82917bb8000b5008d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Gemma 4が完全無料で商用OKな理由——Googleのオープン戦略を解説</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https://qiita.com/kinamocchi_tech/items/b5f97cc34260bf59c539</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Ollamaで月額0円のローカルLLM環境を構築してみた</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https://qiita.com/Hinata-H/items/ff98d92ca5eafee31226</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きょうのWidget⑤ TextField　その1</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https://qiita.com/KyokoCow/items/920b356e8df3104ad0db</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「それ本当なん？」を追い続けたら、気づけばデータサイエンスが身についていた</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https://qiita.com/d94231/items/4cceea316a6cb6338ea8</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【特化型 ⑤】観察研究・トレンド分析のスライドを一発生成する──NotebookLM注入プロンプト</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https://qiita.com/rehab-datascience/items/cc77665547c2f384c9c0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LLMをローカルで動かす</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https://qiita.com/taqu/items/269c28e1f18c61c88a52</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九州男児たるもの、こげなエンジニアのアンチパターンは女々！！</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https://qiita.com/similarmetal/items/0b4dd3059baab30c877f</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AIキャラクターごとのトーン制御をAPIレイヤーで管理する考え方</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https://qiita.com/aigirlfriendmedia/items/5a4047651efc68963561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7)</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AIの感情っぽいものを外から操作したら、全部のLLMで効いた話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https://zenn.dev/emilia_lab/articles/neurostate-universal-llm-emotion</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精度90%のAIで10機能作ると、全体が動く確率は35%——規模・寿命・保守コストの数学</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https://qiita.com/muryodecode/items/38bf4824f66525e8ff18</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RNN・Transformer・State Space Models（Mamba）の比較：AIメモリの未来</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https://qiita.com/tuanpk1977/items/056143b2255392c74176</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生成AI時代に旧来のITエンジニアが生き残る方法【第1回：スキルの再定義】</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https://qiita.com/keiichik_kk/items/ad21597caf074b1b960a</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UIデザインが苦手なので、ブラウザ上からAIにUI修正を指示できるViteプラグインを作ってみた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https://zenn.dev/nkmak/articles/d20e109263434c</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対話型AIの一時チャットで会話した内容の保存と再開について</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https://qiita.com/michi2026/items/008b14eb0f05bb4307d4</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2枚のソロ写真から自然なカップル写真を作るAIツールを作った話</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https://qiita.com/xuseenmanoranjan525/items/f774552d08541e04ab2f</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市販の入門書が続かないので、AIで自分専用の教科書を作って学んでいる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https://zenn.dev/kakecake/articles/20260620-ai-my-own-textbook</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GPT-5.5 hallucinates 3x more than MIT-licensed GLM-5.2</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https://arrowtsx.dev/bigger-models/</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PukiWikiのナビゲーションバーを画面上部に固定（追従）させた話</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https://zenn.dev/orionn/articles/pukiwiki-navigator-sticky</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YOLOを自動ファインチューニングしてk8s × R2にデプロイするCTパイプライン設計案</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https://qiita.com/HanaokaY/items/4fa156fb239a210af2d0</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「今日、旭岳ロープウェイは動く？」を朝の予報から機械学習で当てにいく</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https://zenn.dev/teraco/articles/281d0f569fbcd7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7)</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何にも知らないけど画像認識AIを作る② | TensorFlow/Keras基礎編 - 機械学習の中身を知る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https://qiita.com/shuji_asatsuma0251/items/24c7c67b5efa180e6f84</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 GLM-5.2登場、オープンモデル最前線、そして2026年のAI開発地図</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https://qiita.com/masykot582/items/8cdbf81da61f59d1f6d6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AIを鵜呑みにするな！「盲目的な賛同」を排除し、最強の壁打ち相手に変えるカスタム指示のススメ</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https://qiita.com/shatolin/items/e375a3f49aafec529afc</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AppleがGoogleに屈した？WWDC 2026 Siri AIがGemini 1.2Tに進化した本当の理由</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https://qiita.com/kinamocchi_tech/items/cc0a149c32869ced21bd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Kaggle「ROGII - Wellbore Geology Prediction」に挑戦する：水平坑井の先にある地層をAIで読む</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https://qiita.com/rino_yume/items/14720ddf61004c454b7f</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Genie Code for ML でチャーン予測を一気通貫 — フルページ・コマンドセンターを試す</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https://qiita.com/taka_yayoi/items/7e34b6b2403eef1d813e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llm-task-router 一発生成をやめた：LLM-as-Judge × Critique Loop で記事品質を底上げする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https://qiita.com/rex0220/items/6b906ebde7ffde5373a4</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llm-task-router で Qiita 記事を1本作った全工程を `runs/` の成果物で振り返る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https://qiita.com/rex0220/items/34a965a62472e74aa61b</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「AIがバカになった」という意見が意味すること (Trends と Reddit で測る 5 軸 cascade)</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https://zenn.dev/takyone/articles/ai-perception-cascade-empirics</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賢いLLMほどバグを隠す：ツール消失に1ヶ月気づけなかった話</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https://zenn.dev/methylone/articles/86c9d1a0e66b0c</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機械学習理論編 第二回 ベイズ推定におけるモデル選択</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https://zenn.dev/zawa25721/articles/d4825f6d7d3a04</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NotebookLMから始める！最強の自作語学教材作成ロードマップ</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https://qiita.com/maskot1977/items/00c9e4fbf42b2a262881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7)</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AI時代の権力交代が始まった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https://zenn.dev/lingmu/articles/2026-06-19-openai-talent-chemistry-ai</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PF1.9の最強バックテストを「信じなかった」ら、¥30万を守れた話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https://qiita.com/konnotoso/items/f1657eb9863c8ba0a3ae</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「AIは嘘をつく」の正体は、確率的な"扇形の分散"だった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https://qiita.com/nagatakoji132/items/bafeef6ffb48ad3f9fd3</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AIが嘘をつくというワードに対して</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https://qiita.com/nagatakoji132/items/4bf728ff75997979ea6e</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【実測】1.74GB の小モデルに、自分の非公開コードを読ませてみた ―― VibeThinker-3B にできること・できないこと</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https://qiita.com/gaop2560/items/e5802a1704821261b61a</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APIでおじさん構文メーカーを作った【WordPress/PHP/専用キー設計】</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https://qiita.com/5naokichi/items/3a1d4e40955ceb795121</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PlusのProjectsだけでプログラミング言語を作り始めて早8週間</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https://zenn.dev/tkithrta/articles/6ca1723c8ed689</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生成AIプロンプトの書き方。初心者がまず覚える型と、すぐ使える例文集【2026年6月版】</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https://qiita.com/Rapls/items/96502049a80606499ad7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（ググれ編）AI居酒屋：LLMと愚痴りながら学習しよう</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https://zenn.dev/taimonya/articles/049e6eeebce5c0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【ざっくり整理】DirectMLとは？ WindowsのAI関連でどう見るか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https://qiita.com/Tadataka_Takahashi/items/918c0c64b1ee06a6cd03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AIでLPを作りテストマーケを爆速でできた話🚀（Claude / Gemini / Ahrefs）</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https://qiita.com/dedon/items/e5996999bc8e95b273d6</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API：音声ストリーミング対応とGMP廃止への移行ガイド</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https://qiita.com/picnic/items/3a5447f8b8095619baf1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7)</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マルチAIを1つのコードで切り替える — OpenAI / Claude / Gemini をフェイルオーバーさせる実装パターン</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https://zenn.dev/kairosai/articles/d32bb069e38eef</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LLMとは？大規模言語モデルの基礎をやさしく解説</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https://zenn.dev/h888s/articles/genai-term-llm</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デプロイ前にAIの動作を予測する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https://zenn.dev/lingmu/articles/2026-06-18-deployment-simulation-predict-ai</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ChatGPT/Codexとの会話をZenn記事に育てる運用を作る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https://zenn.dev/kashun1115/articles/20260617-auto-output-pipeline</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MiniMax M3のオープンウェイトが公開、1M文脈を支えるMSAを読む</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https://qiita.com/okssusucha/items/454528ad967d5d7c5674</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Zindi「GeoAI Aquaculture Pond Identification Challenge」に挑戦する：衛星データで養殖池を見つけるG…</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https://qiita.com/rino_yume/items/3c09851496efad12aefd</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https://zenn.dev/sapolas/articles/7e36aca3347e06</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無料で始める ChatGPT・Claude・Gemini 比較【2026年6月版】初心者が30分で試す順番</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https://qiita.com/Rapls/items/017c1fe542947920de9a</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要件から実装までに、何が失われるのか？ ―― 生成AI開発における意味的位相保存</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https://zenn.dev/albatrosary/articles/13f578f8a5ad38</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論文メモ：WiCERでWiki-memoryのcompilation gapを埋める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https://zenn.dev/kas_blog/articles/20260617-wicer-llm-wiki-systems</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SKILL.md は 220 行で切られる前提で書く — LLM 指示ファイルの運用記録</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https://qiita.com/SoraEndo/items/d13771a7da916577a6a0</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CLIの無料提供が6月18日に終了、Antigravity CLIへ</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https://qiita.com/okssusucha/items/dd09c9cf0e562216c570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7)</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議事録を要約して終わりにしない——LLMでプロジェクト状況シートを「自動更新」する仕組み</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https://zenn.dev/mikimaro/articles/860aa5152809e5</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Copilotを半年使って感じた、プラン機能とChatGPTの使い分け</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https://qiita.com/ogawa_slj/items/92cff2b992c3891ee5c3</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バイブコーディングでできたこと・できなかったこと</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https://zenn.dev/baleenstudio/articles/928435eab25064</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Apple Foundation ModelsがClaude・Geminiを同じSwift APIで呼べる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https://qiita.com/okssusucha/items/6811ea41135d83220a49</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Zen and the Art of Machine Learning Research</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https://blog.jxmo.io/p/zen-and-the-art-of-machine-learning</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【小技】AIの出力が途切れる問題を「バッククォート4つ」で一発解決する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https://qiita.com/koji0705/items/cdc7a5f56bc0c3d542f2</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研究室のアラインメントが、巨人の監督の辞任につながった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https://zenn.dev/inspector/articles/chatgpt-alignment-abe-shinnosuke-2026</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初心者向け:Windows PowerShellのディレクトリパス表示を変更する方法</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https://qiita.com/CodeLeaf/items/6af7084d5cf8ac450ca7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【Vol.3】Claude/ChatGPT/Gemini/NotebookLM 実務AI使い分け説明【2026年6月版】</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https://zenn.dev/tech_realinvent/articles/2c3ce2fa70e783</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AIに自分を覚えさせたら、毎日どう育てる？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https://zenn.dev/hobomokha/articles/e4225ad7811e4b</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辞書をマークダウン書式に変換するPythonコード</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https://qiita.com/kanata564/items/6ca83e000e219b25d02d</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拝啓 AI様 「人類」を主語にして話すのはやめてください。敬具 人類</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https://qiita.com/tomoki-miso/items/3a7352dea05f380c38fa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7)</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OpenAIとAnthropicが2026年6月12日に発表した内容から、企業のAI導入に必要な要素を整理します。</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https://zenn.dev/kenta_kadowaki/articles/56d3a502356202</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AI編集部ログ分析報告書：育ったのはAIではなく、編集部だった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https://zenn.dev/continuitymodel/articles/63f090e6e84d8b</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LLMチャットでキャラクター一貫性を保つプロンプト構造</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https://qiita.com/aigirlfriendmedia/items/7cc9418bb4db29534d1c</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PlusのProjectsだけでプログラミング言語を作り始めて早7週間</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https://zenn.dev/tkithrta/articles/0675acc0ced326</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AIプロンプトを保存・管理するChrome拡張の作り方：PromptStash開発記録</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https://qiita.com/ktg0215/items/c5f7980ca3c744c163c5</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kintone 検索AIをもう一段“自分達専用”に ── フィールド選択とプロンプトの6つのコツ</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https://qiita.com/yassan_scai/items/798bc64dba9de3805023</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LLM記述構文"MARI" Tips: サンプルプロンプトの実行例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https://qiita.com/otoyo0318/items/be6d2ac4977e1ddf5071</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StableDiffusionでLoraを使う（コードから使う）</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https://zenn.dev/mlboydaisuke/articles/e56291d606e61348ff27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AIが詐欺師に『かんぴょう巻き？』と言い始めた話——Claude Artifactで詐欺電話撃退デモアプリを20分で作った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https://zenn.dev/miki_mini/articles/f5a0b85f84bbd6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自然言語によるLiveness Probe：/LPプロトコルを用いたAPI主導のLLM動的デバッグとセッション管理</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https://zenn.dev/nozmat/articles/e414ab808ebc1e</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普通の写真を一瞬で爆笑＆ノスタルジックな思い出に変える最強AIプロンプト3選</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https://zenn.dev/saturday/articles/97f0f577d40e14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