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sescore/items/198b36e173d7b7bcd1fd" TargetMode="External"/><Relationship Id="rId3" Type="http://schemas.openxmlformats.org/officeDocument/2006/relationships/hyperlink" Target="https://qiita.com/TheGateBreaker/items/7b258c1bf71d8331f992" TargetMode="External"/><Relationship Id="rId4" Type="http://schemas.openxmlformats.org/officeDocument/2006/relationships/hyperlink" Target="https://qiita.com/quotidia/items/6e62fb1bc294572bdc08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isanakamishiro2/items/e31d1fb84d6a78200c83" TargetMode="External"/><Relationship Id="rId3" Type="http://schemas.openxmlformats.org/officeDocument/2006/relationships/hyperlink" Target="https://zenn.dev/ossudesu/articles/2bcc789faa8725" TargetMode="External"/><Relationship Id="rId4" Type="http://schemas.openxmlformats.org/officeDocument/2006/relationships/hyperlink" Target="https://qiita.com/TOSHIMITSU_MIYACHI/items/fc4743e4a2fc864acc97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Yushi88/items/34690d507f59a2bd6349" TargetMode="External"/><Relationship Id="rId3" Type="http://schemas.openxmlformats.org/officeDocument/2006/relationships/hyperlink" Target="https://qiita.com/moha0918_/items/6fc5910d8bdf6343498b" TargetMode="External"/><Relationship Id="rId4" Type="http://schemas.openxmlformats.org/officeDocument/2006/relationships/hyperlink" Target="https://qiita.com/outcast_zari/items/ed1c90148014f948571e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taimonya/items/c7c261e172126d7da61e" TargetMode="External"/><Relationship Id="rId3" Type="http://schemas.openxmlformats.org/officeDocument/2006/relationships/hyperlink" Target="https://qiita.com/kazuki_kuriyama/items/a892c9f40193b107ab80" TargetMode="External"/><Relationship Id="rId4" Type="http://schemas.openxmlformats.org/officeDocument/2006/relationships/hyperlink" Target="https://qiita.com/takumiida1/items/ee2f5ba8edfe7d38057c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YushiYamamoto/items/8ce1f18026aaff8d9189" TargetMode="External"/><Relationship Id="rId3" Type="http://schemas.openxmlformats.org/officeDocument/2006/relationships/hyperlink" Target="https://qiita.com/lhjjjk4/items/a4400649f618252cf875" TargetMode="External"/><Relationship Id="rId4" Type="http://schemas.openxmlformats.org/officeDocument/2006/relationships/hyperlink" Target="https://zenn.dev/every_ai_recipe/articles/pdf-summary-3-step-prompt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sescore/items/198b36e173d7b7bcd1fd" TargetMode="External"/><Relationship Id="rId3" Type="http://schemas.openxmlformats.org/officeDocument/2006/relationships/hyperlink" Target="https://qiita.com/TheGateBreaker/items/7b258c1bf71d8331f992" TargetMode="External"/><Relationship Id="rId4" Type="http://schemas.openxmlformats.org/officeDocument/2006/relationships/hyperlink" Target="https://qiita.com/quotidia/items/6e62fb1bc294572bdc08" TargetMode="External"/><Relationship Id="rId5" Type="http://schemas.openxmlformats.org/officeDocument/2006/relationships/hyperlink" Target="https://qiita.com/metappi/items/8d40399a5a628adb57ce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kamome_susume/items/0b775a26b8bfe00b94b0" TargetMode="External"/><Relationship Id="rId3" Type="http://schemas.openxmlformats.org/officeDocument/2006/relationships/hyperlink" Target="https://qiita.com/rino_yume/items/809c5a799d09631b830a" TargetMode="External"/><Relationship Id="rId4" Type="http://schemas.openxmlformats.org/officeDocument/2006/relationships/hyperlink" Target="https://zenn.dev/amyusynaprise/articles/93e5e37d2c917f" TargetMode="External"/><Relationship Id="rId5" Type="http://schemas.openxmlformats.org/officeDocument/2006/relationships/hyperlink" Target="https://zenn.dev/ikahan/articles/backtest-self-deception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isanakamishiro2/items/e31d1fb84d6a78200c83" TargetMode="External"/><Relationship Id="rId3" Type="http://schemas.openxmlformats.org/officeDocument/2006/relationships/hyperlink" Target="https://zenn.dev/ossudesu/articles/2bcc789faa8725" TargetMode="External"/><Relationship Id="rId4" Type="http://schemas.openxmlformats.org/officeDocument/2006/relationships/hyperlink" Target="https://qiita.com/TOSHIMITSU_MIYACHI/items/fc4743e4a2fc864acc97" TargetMode="External"/><Relationship Id="rId5" Type="http://schemas.openxmlformats.org/officeDocument/2006/relationships/hyperlink" Target="https://qiita.com/atsushi11o7/items/8105909db8af82c1d52c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jjking/items/df69022976c528eec807" TargetMode="External"/><Relationship Id="rId3" Type="http://schemas.openxmlformats.org/officeDocument/2006/relationships/hyperlink" Target="https://zenn.dev/nogi_fanguide/articles/nogizaka-rag-fansite" TargetMode="External"/><Relationship Id="rId4" Type="http://schemas.openxmlformats.org/officeDocument/2006/relationships/hyperlink" Target="https://qiita.com/asahide/items/6dcf8e480c58d6c9cb14" TargetMode="External"/><Relationship Id="rId5" Type="http://schemas.openxmlformats.org/officeDocument/2006/relationships/hyperlink" Target="https://zenn.dev/okadatk/articles/c36bf7a66832d5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Yushi88/items/34690d507f59a2bd6349" TargetMode="External"/><Relationship Id="rId3" Type="http://schemas.openxmlformats.org/officeDocument/2006/relationships/hyperlink" Target="https://qiita.com/moha0918_/items/6fc5910d8bdf6343498b" TargetMode="External"/><Relationship Id="rId4" Type="http://schemas.openxmlformats.org/officeDocument/2006/relationships/hyperlink" Target="https://qiita.com/outcast_zari/items/ed1c90148014f948571e" TargetMode="External"/><Relationship Id="rId5" Type="http://schemas.openxmlformats.org/officeDocument/2006/relationships/hyperlink" Target="https://qiita.com/mhamadajp/items/2690a75a8ec34ee7b966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pdfractal/items/6b99ffc6f2539f0bbb13" TargetMode="External"/><Relationship Id="rId3" Type="http://schemas.openxmlformats.org/officeDocument/2006/relationships/hyperlink" Target="https://github.com/puffinsoft/peek-cli" TargetMode="External"/><Relationship Id="rId4" Type="http://schemas.openxmlformats.org/officeDocument/2006/relationships/hyperlink" Target="https://qiita.com/kazuki_kuriyama/items/65fc8dbc4d799e0a03fc" TargetMode="External"/><Relationship Id="rId5" Type="http://schemas.openxmlformats.org/officeDocument/2006/relationships/hyperlink" Target="https://qiita.com/nichful/items/9b9fc6cef05402e66ab2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taimonya/items/c7c261e172126d7da61e" TargetMode="External"/><Relationship Id="rId3" Type="http://schemas.openxmlformats.org/officeDocument/2006/relationships/hyperlink" Target="https://qiita.com/kazuki_kuriyama/items/a892c9f40193b107ab80" TargetMode="External"/><Relationship Id="rId4" Type="http://schemas.openxmlformats.org/officeDocument/2006/relationships/hyperlink" Target="https://qiita.com/takumiida1/items/ee2f5ba8edfe7d38057c" TargetMode="External"/><Relationship Id="rId5" Type="http://schemas.openxmlformats.org/officeDocument/2006/relationships/hyperlink" Target="https://qiita.com/akira_papa_AI/items/3c5a604a1158dfb30959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tai0921/items/22d6a4fdfcc597bfcaa8" TargetMode="External"/><Relationship Id="rId3" Type="http://schemas.openxmlformats.org/officeDocument/2006/relationships/hyperlink" Target="https://qiita.com/mina_risu/items/fe2fb1652770453156c3" TargetMode="External"/><Relationship Id="rId4" Type="http://schemas.openxmlformats.org/officeDocument/2006/relationships/hyperlink" Target="https://qiita.com/koreangyoseishoshi/items/88b715fafb083a873689" TargetMode="External"/><Relationship Id="rId5" Type="http://schemas.openxmlformats.org/officeDocument/2006/relationships/hyperlink" Target="https://zenn.dev/puriy/articles/fable5-first-impression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YushiYamamoto/items/8ce1f18026aaff8d9189" TargetMode="External"/><Relationship Id="rId3" Type="http://schemas.openxmlformats.org/officeDocument/2006/relationships/hyperlink" Target="https://qiita.com/lhjjjk4/items/a4400649f618252cf875" TargetMode="External"/><Relationship Id="rId4" Type="http://schemas.openxmlformats.org/officeDocument/2006/relationships/hyperlink" Target="https://zenn.dev/every_ai_recipe/articles/pdf-summary-3-step-prompt" TargetMode="External"/><Relationship Id="rId5" Type="http://schemas.openxmlformats.org/officeDocument/2006/relationships/hyperlink" Target="https://zenn.dev/kairosai/articles/642d196be684c3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zenn.dev/kairosai/articles/0796ba90b536c4" TargetMode="External"/><Relationship Id="rId3" Type="http://schemas.openxmlformats.org/officeDocument/2006/relationships/hyperlink" Target="https://qiita.com/Nemzo/items/4469182e80de84b2d2a4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soldierboy/items/dd59e899d6bd2b659015" TargetMode="External"/><Relationship Id="rId3" Type="http://schemas.openxmlformats.org/officeDocument/2006/relationships/hyperlink" Target="https://qiita.com/soldierboy/items/542dc571f560c3784e2d" TargetMode="External"/><Relationship Id="rId4" Type="http://schemas.openxmlformats.org/officeDocument/2006/relationships/hyperlink" Target="https://terminai.app" TargetMode="External"/><Relationship Id="rId5" Type="http://schemas.openxmlformats.org/officeDocument/2006/relationships/hyperlink" Target="https://news.ycombinator.com/item?id=48799052" TargetMode="External"/><Relationship Id="rId6" Type="http://schemas.openxmlformats.org/officeDocument/2006/relationships/hyperlink" Target="https://qiita.com/Tadataka_Takahashi/items/20548b4f821c13b50714" TargetMode="External"/><Relationship Id="rId7" Type="http://schemas.openxmlformats.org/officeDocument/2006/relationships/hyperlink" Target="https://qiita.com/Veteran/items/6b9363db85817d8b68b1" TargetMode="External"/><Relationship Id="rId8" Type="http://schemas.openxmlformats.org/officeDocument/2006/relationships/hyperlink" Target="https://qiita.com/kazuki_kuriyama/items/5e3d3dc7c4570e068334" TargetMode="External"/><Relationship Id="rId9" Type="http://schemas.openxmlformats.org/officeDocument/2006/relationships/hyperlink" Target="https://qiita.com/sutaminajing40/items/fef5c6ad1fd32cf2dd4b" TargetMode="External"/><Relationship Id="rId10" Type="http://schemas.openxmlformats.org/officeDocument/2006/relationships/hyperlink" Target="https://qiita.com/Marron-chan/items/848d44cafbf3e3a925f1" TargetMode="External"/><Relationship Id="rId11" Type="http://schemas.openxmlformats.org/officeDocument/2006/relationships/hyperlink" Target="https://github.com/bharadwaj-pendyala/sidenote" TargetMode="External"/><Relationship Id="rId12" Type="http://schemas.openxmlformats.org/officeDocument/2006/relationships/hyperlink" Target="https://qiita.com/soldierboy/items/37e374e809d9aa35f9b5" TargetMode="External"/><Relationship Id="rId13" Type="http://schemas.openxmlformats.org/officeDocument/2006/relationships/hyperlink" Target="https://qiita.com/Marron-chan/items/a5fab38aacabdd444fa2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ausssxi0/items/0a68bab5b659b7186b9f" TargetMode="External"/><Relationship Id="rId3" Type="http://schemas.openxmlformats.org/officeDocument/2006/relationships/hyperlink" Target="https://qiita.com/kurio68/items/25badf15ba800d0871da" TargetMode="External"/><Relationship Id="rId4" Type="http://schemas.openxmlformats.org/officeDocument/2006/relationships/hyperlink" Target="https://zenn.dev/ait/articles/fable-emu-opus-harness" TargetMode="External"/><Relationship Id="rId5" Type="http://schemas.openxmlformats.org/officeDocument/2006/relationships/hyperlink" Target="https://qiita.com/nakamura795/items/62882afd11565d3f1a02" TargetMode="External"/><Relationship Id="rId6" Type="http://schemas.openxmlformats.org/officeDocument/2006/relationships/hyperlink" Target="https://qiita.com/sa-ya_tsa/items/bcc9ba60b2688e4b2342" TargetMode="External"/><Relationship Id="rId7" Type="http://schemas.openxmlformats.org/officeDocument/2006/relationships/hyperlink" Target="https://qiita.com/viuk/items/8852e2293353fc13e812" TargetMode="External"/><Relationship Id="rId8" Type="http://schemas.openxmlformats.org/officeDocument/2006/relationships/hyperlink" Target="https://qiita.com/d94231/items/8fcd7cb4f556cdff5cdb" TargetMode="External"/><Relationship Id="rId9" Type="http://schemas.openxmlformats.org/officeDocument/2006/relationships/hyperlink" Target="https://zenn.dev/veteran/articles/dfd375bfddbeb3" TargetMode="External"/><Relationship Id="rId10" Type="http://schemas.openxmlformats.org/officeDocument/2006/relationships/hyperlink" Target="https://qiita.com/soldierboy/items/94cb238af1811f600dcb" TargetMode="External"/><Relationship Id="rId11" Type="http://schemas.openxmlformats.org/officeDocument/2006/relationships/hyperlink" Target="https://qiita.com/etale_cohomology/items/36534c4a04557aa62fbb" TargetMode="External"/><Relationship Id="rId12" Type="http://schemas.openxmlformats.org/officeDocument/2006/relationships/hyperlink" Target="https://zenn.dev/idonthaveapen/articles/go-game-cloud-instant-local-llm-lost" TargetMode="External"/><Relationship Id="rId13" Type="http://schemas.openxmlformats.org/officeDocument/2006/relationships/hyperlink" Target="https://qiita.com/SHOHS/items/3149ec7a9583d15c2278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puyon/items/1fccdebbee297065ee88" TargetMode="External"/><Relationship Id="rId3" Type="http://schemas.openxmlformats.org/officeDocument/2006/relationships/hyperlink" Target="https://qiita.com/TheGateBreaker/items/b51eb5435825609b0274" TargetMode="External"/><Relationship Id="rId4" Type="http://schemas.openxmlformats.org/officeDocument/2006/relationships/hyperlink" Target="https://demo.pcbjam.com/" TargetMode="External"/><Relationship Id="rId5" Type="http://schemas.openxmlformats.org/officeDocument/2006/relationships/hyperlink" Target="https://qiita.com/Miraigent/items/1ad5df1e0a42868e97eb" TargetMode="External"/><Relationship Id="rId6" Type="http://schemas.openxmlformats.org/officeDocument/2006/relationships/hyperlink" Target="https://zenn.dev/karamage/articles/5b7fbabcb04da6" TargetMode="External"/><Relationship Id="rId7" Type="http://schemas.openxmlformats.org/officeDocument/2006/relationships/hyperlink" Target="https://zenn.dev/hiroshi000358/articles/03152ce161720e" TargetMode="External"/><Relationship Id="rId8" Type="http://schemas.openxmlformats.org/officeDocument/2006/relationships/hyperlink" Target="https://qiita.com/Rapls/items/5c69e34e4d9e8d46a533" TargetMode="External"/><Relationship Id="rId9" Type="http://schemas.openxmlformats.org/officeDocument/2006/relationships/hyperlink" Target="https://qiita.com/YushiYamamoto/items/2b16f596e60e4058f940" TargetMode="External"/><Relationship Id="rId10" Type="http://schemas.openxmlformats.org/officeDocument/2006/relationships/hyperlink" Target="https://qiita.com/otoyo0318/items/648d1a4646d1bf88ce80" TargetMode="External"/><Relationship Id="rId11" Type="http://schemas.openxmlformats.org/officeDocument/2006/relationships/hyperlink" Target="https://qiita.com/furuse-kazufumi/items/44508c48f38a68abad35" TargetMode="External"/><Relationship Id="rId12" Type="http://schemas.openxmlformats.org/officeDocument/2006/relationships/hyperlink" Target="https://zenn.dev/oppo2357/articles/b65f7bc51e21c7" TargetMode="External"/><Relationship Id="rId13" Type="http://schemas.openxmlformats.org/officeDocument/2006/relationships/hyperlink" Target="https://zenn.dev/hiroe28/articles/5819a99c00ba2c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bahamutra/items/c1a473ad35c1f61d4f54" TargetMode="External"/><Relationship Id="rId3" Type="http://schemas.openxmlformats.org/officeDocument/2006/relationships/hyperlink" Target="https://zenn.dev/yosukegatz/articles/b254f36f9fe26f" TargetMode="External"/><Relationship Id="rId4" Type="http://schemas.openxmlformats.org/officeDocument/2006/relationships/hyperlink" Target="https://qiita.com/io0323/items/8a02e72401c666d66f07" TargetMode="External"/><Relationship Id="rId5" Type="http://schemas.openxmlformats.org/officeDocument/2006/relationships/hyperlink" Target="https://zenn.dev/kiribako_dev/articles/coin-radius-scale-invariant-loss" TargetMode="External"/><Relationship Id="rId6" Type="http://schemas.openxmlformats.org/officeDocument/2006/relationships/hyperlink" Target="https://zenn.dev/kiribako_dev/articles/coin-detection-domain-gap" TargetMode="External"/><Relationship Id="rId7" Type="http://schemas.openxmlformats.org/officeDocument/2006/relationships/hyperlink" Target="https://zenn.dev/awesome_kou/articles/ai-access-chosen-few-2026" TargetMode="External"/><Relationship Id="rId8" Type="http://schemas.openxmlformats.org/officeDocument/2006/relationships/hyperlink" Target="https://qiita.com/tingpromax/items/cfa6809ef2ccaff2b972" TargetMode="External"/><Relationship Id="rId9" Type="http://schemas.openxmlformats.org/officeDocument/2006/relationships/hyperlink" Target="https://zenn.dev/every_ai_recipe/articles/ai-tool-routing-by-task" TargetMode="External"/><Relationship Id="rId10" Type="http://schemas.openxmlformats.org/officeDocument/2006/relationships/hyperlink" Target="https://zenn.dev/40ki/articles/0ead3a2bbf777a" TargetMode="External"/><Relationship Id="rId11" Type="http://schemas.openxmlformats.org/officeDocument/2006/relationships/hyperlink" Target="https://qiita.com/satoshi-sugiyama/items/40b747a7e4a247187f29" TargetMode="External"/><Relationship Id="rId12" Type="http://schemas.openxmlformats.org/officeDocument/2006/relationships/hyperlink" Target="https://qiita.com/quotidia/items/ca9348ac6cacf3ae91f1" TargetMode="External"/><Relationship Id="rId13" Type="http://schemas.openxmlformats.org/officeDocument/2006/relationships/hyperlink" Target="https://zenn.dev/efta1989/articles/excel-to-tidy-data-powerquery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masykot582/items/b21f1a1710162b61dfea" TargetMode="External"/><Relationship Id="rId3" Type="http://schemas.openxmlformats.org/officeDocument/2006/relationships/hyperlink" Target="https://zenn.dev/tkpurine/articles/segment-anything-sam" TargetMode="External"/><Relationship Id="rId4" Type="http://schemas.openxmlformats.org/officeDocument/2006/relationships/hyperlink" Target="https://zenn.dev/every_ai_recipe/articles/chatgpt-prompt-3-tips-better-answer" TargetMode="External"/><Relationship Id="rId5" Type="http://schemas.openxmlformats.org/officeDocument/2006/relationships/hyperlink" Target="https://qiita.com/kei_kawai_g/items/5534efe1f9dbeb44a601" TargetMode="External"/><Relationship Id="rId6" Type="http://schemas.openxmlformats.org/officeDocument/2006/relationships/hyperlink" Target="https://qiita.com/shun-aoki/items/ee2b63d170008464f9ac" TargetMode="External"/><Relationship Id="rId7" Type="http://schemas.openxmlformats.org/officeDocument/2006/relationships/hyperlink" Target="https://zenn.dev/efta1989/articles/feature-selection-leak-for-materials" TargetMode="External"/><Relationship Id="rId8" Type="http://schemas.openxmlformats.org/officeDocument/2006/relationships/hyperlink" Target="https://zenn.dev/faliye/articles/ffc8fe5c2708ef" TargetMode="External"/><Relationship Id="rId9" Type="http://schemas.openxmlformats.org/officeDocument/2006/relationships/hyperlink" Target="https://zenn.dev/genf740/articles/392c9702-a775-8114-b4ae-fbac290fdfcf" TargetMode="External"/><Relationship Id="rId10" Type="http://schemas.openxmlformats.org/officeDocument/2006/relationships/hyperlink" Target="https://qiita.com/s-kato-iret/items/3a55424a40f5c74eb725" TargetMode="External"/><Relationship Id="rId11" Type="http://schemas.openxmlformats.org/officeDocument/2006/relationships/hyperlink" Target="https://qiita.com/na-tamura/items/f7b6ea842c2995975a88" TargetMode="External"/><Relationship Id="rId12" Type="http://schemas.openxmlformats.org/officeDocument/2006/relationships/hyperlink" Target="https://qiita.com/okssusucha/items/2147bea0fdb1421d434c" TargetMode="External"/><Relationship Id="rId13" Type="http://schemas.openxmlformats.org/officeDocument/2006/relationships/hyperlink" Target="https://qiita.com/yanoathu0119/items/86783c2ca4e7704f80b6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rino_yume/items/63a209bc28b2c36a2f3f" TargetMode="External"/><Relationship Id="rId3" Type="http://schemas.openxmlformats.org/officeDocument/2006/relationships/hyperlink" Target="https://qiita.com/architectJapan/items/6a221982a5256c6bba5b" TargetMode="External"/><Relationship Id="rId4" Type="http://schemas.openxmlformats.org/officeDocument/2006/relationships/hyperlink" Target="https://qiita.com/gksrlf3552/items/63e6bd170bd8fede2361" TargetMode="External"/><Relationship Id="rId5" Type="http://schemas.openxmlformats.org/officeDocument/2006/relationships/hyperlink" Target="https://qiita.com/masayasu_t/items/188fc60d664a08351f05" TargetMode="External"/><Relationship Id="rId6" Type="http://schemas.openxmlformats.org/officeDocument/2006/relationships/hyperlink" Target="https://qiita.com/xeje/items/6d4888b358e68e821d8c" TargetMode="External"/><Relationship Id="rId7" Type="http://schemas.openxmlformats.org/officeDocument/2006/relationships/hyperlink" Target="https://qiita.com/relu/items/9a5e54a15f70988e468d" TargetMode="External"/><Relationship Id="rId8" Type="http://schemas.openxmlformats.org/officeDocument/2006/relationships/hyperlink" Target="https://qiita.com/sanoy625/items/9f759a6c92307fe5bc70" TargetMode="External"/><Relationship Id="rId9" Type="http://schemas.openxmlformats.org/officeDocument/2006/relationships/hyperlink" Target="https://qiita.com/shorie/items/51227f84a172fe51f39c" TargetMode="External"/><Relationship Id="rId10" Type="http://schemas.openxmlformats.org/officeDocument/2006/relationships/hyperlink" Target="https://zenn.dev/tkithrta/articles/565495606c522f" TargetMode="External"/><Relationship Id="rId11" Type="http://schemas.openxmlformats.org/officeDocument/2006/relationships/hyperlink" Target="https://zenn.dev/fieldward/articles/7fa9de3b1ce14a" TargetMode="External"/><Relationship Id="rId12" Type="http://schemas.openxmlformats.org/officeDocument/2006/relationships/hyperlink" Target="https://qiita.com/revolutionbyhiddenvalues/items/cdb96a67b37ce627d23c" TargetMode="External"/><Relationship Id="rId13" Type="http://schemas.openxmlformats.org/officeDocument/2006/relationships/hyperlink" Target="https://qiita.com/mhamadajp/items/2037828d60013574f41e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pao0415/items/61b9504b9af067277221" TargetMode="External"/><Relationship Id="rId3" Type="http://schemas.openxmlformats.org/officeDocument/2006/relationships/hyperlink" Target="https://qiita.com/torifukukaiou/items/d518184bbeb873901a65" TargetMode="External"/><Relationship Id="rId4" Type="http://schemas.openxmlformats.org/officeDocument/2006/relationships/hyperlink" Target="https://zenn.dev/lawrap/articles/c6037315de610c" TargetMode="External"/><Relationship Id="rId5" Type="http://schemas.openxmlformats.org/officeDocument/2006/relationships/hyperlink" Target="https://zenn.dev/pdfractal/articles/264b850f2b078c" TargetMode="External"/><Relationship Id="rId6" Type="http://schemas.openxmlformats.org/officeDocument/2006/relationships/hyperlink" Target="https://qiita.com/yoshinaga_slj/items/d243a77d295d021844fa" TargetMode="External"/><Relationship Id="rId7" Type="http://schemas.openxmlformats.org/officeDocument/2006/relationships/hyperlink" Target="https://qiita.com/Sato-310/items/821110f3048fb5ea69ca" TargetMode="External"/><Relationship Id="rId8" Type="http://schemas.openxmlformats.org/officeDocument/2006/relationships/hyperlink" Target="https://qiita.com/dachshund129/items/4f428a3a048528fa2319" TargetMode="External"/><Relationship Id="rId9" Type="http://schemas.openxmlformats.org/officeDocument/2006/relationships/hyperlink" Target="https://qiita.com/otoyo0318/items/e49020323b974867f0e3" TargetMode="External"/><Relationship Id="rId10" Type="http://schemas.openxmlformats.org/officeDocument/2006/relationships/hyperlink" Target="https://qiita.com/lovanaut/items/529bcd57e78303cb4a10" TargetMode="External"/><Relationship Id="rId11" Type="http://schemas.openxmlformats.org/officeDocument/2006/relationships/hyperlink" Target="https://qiita.com/kuranku817/items/3f63d8d7117f876c9bd1" TargetMode="External"/><Relationship Id="rId12" Type="http://schemas.openxmlformats.org/officeDocument/2006/relationships/hyperlink" Target="https://qiita.com/lovanaut/items/3c47ffbf11bfc32ba05e" TargetMode="External"/><Relationship Id="rId13" Type="http://schemas.openxmlformats.org/officeDocument/2006/relationships/hyperlink" Target="https://qiita.com/Rapls/items/cad780d91cf8e9b6e3c5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kinoto-r/items/07faedf0388f0dd7468e" TargetMode="External"/><Relationship Id="rId3" Type="http://schemas.openxmlformats.org/officeDocument/2006/relationships/hyperlink" Target="https://qiita.com/sasgawy/items/af8bd6fe02f5a5ec803d" TargetMode="External"/><Relationship Id="rId4" Type="http://schemas.openxmlformats.org/officeDocument/2006/relationships/hyperlink" Target="https://qiita.com/otoyo0318/items/b92103091ff69d585c7b" TargetMode="External"/><Relationship Id="rId5" Type="http://schemas.openxmlformats.org/officeDocument/2006/relationships/hyperlink" Target="https://zenn.dev/sapolas/articles/7e36aca3347e06" TargetMode="External"/><Relationship Id="rId6" Type="http://schemas.openxmlformats.org/officeDocument/2006/relationships/hyperlink" Target="https://zenn.dev/kenta_kadowaki/articles/56d3a502356202" TargetMode="External"/><Relationship Id="rId7" Type="http://schemas.openxmlformats.org/officeDocument/2006/relationships/hyperlink" Target="https://zenn.dev/mlboydaisuke/articles/e56291d606e61348ff27" TargetMode="External"/><Relationship Id="rId8" Type="http://schemas.openxmlformats.org/officeDocument/2006/relationships/hyperlink" Target="https://zenn.dev/miki_mini/articles/f5a0b85f84bbd6" TargetMode="External"/><Relationship Id="rId9" Type="http://schemas.openxmlformats.org/officeDocument/2006/relationships/hyperlink" Target="https://zenn.dev/nozmat/articles/e414ab808ebc1e" TargetMode="External"/><Relationship Id="rId10" Type="http://schemas.openxmlformats.org/officeDocument/2006/relationships/hyperlink" Target="https://zenn.dev/saturday/articles/97f0f577d40e14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12188952" cy="54864"/>
          </a:xfrm>
          <a:prstGeom prst="rect">
            <a:avLst/>
          </a:prstGeom>
          <a:solidFill>
            <a:srgbClr val="52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AI ニュース日報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ED6F1"/>
                </a:solidFill>
              </a:rPr>
              <a:t>2026-07-06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5C1E9"/>
                </a:solidFill>
              </a:rPr>
              <a:t>総収集記事数：206 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1005840"/>
          </a:xfrm>
          <a:prstGeom prst="rect">
            <a:avLst/>
          </a:prstGeom>
          <a:solidFill>
            <a:srgbClr val="52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本日のテーマ別サマリー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554480"/>
          <a:ext cx="94183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1737360"/>
                <a:gridCol w="1920240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テーマ</a:t>
                      </a:r>
                    </a:p>
                  </a:txBody>
                  <a:tcPr>
                    <a:solidFill>
                      <a:srgbClr val="233C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件数</a:t>
                      </a:r>
                    </a:p>
                  </a:txBody>
                  <a:tcPr>
                    <a:solidFill>
                      <a:srgbClr val="233C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割合</a:t>
                      </a:r>
                    </a:p>
                  </a:txBody>
                  <a:tcPr>
                    <a:solidFill>
                      <a:srgbClr val="233C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0E4F7"/>
                          </a:solidFill>
                        </a:rPr>
                        <a:t>● IT運用・自動化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74C3C"/>
                          </a:solidFill>
                        </a:rPr>
                        <a:t>10 件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0E4F7"/>
                          </a:solidFill>
                        </a:rPr>
                        <a:t>4.1%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0E4F7"/>
                          </a:solidFill>
                        </a:rPr>
                        <a:t>● RAG・検索基盤設計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980B9"/>
                          </a:solidFill>
                        </a:rPr>
                        <a:t>26 件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0E4F7"/>
                          </a:solidFill>
                        </a:rPr>
                        <a:t>10.7%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0E4F7"/>
                          </a:solidFill>
                        </a:rPr>
                        <a:t>● AIエージェント開発・運用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8439AD"/>
                          </a:solidFill>
                        </a:rPr>
                        <a:t>67 件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0E4F7"/>
                          </a:solidFill>
                        </a:rPr>
                        <a:t>27.7%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0E4F7"/>
                          </a:solidFill>
                        </a:rPr>
                        <a:t>● 生成AI活用の現場実践・他社事例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7AE60"/>
                          </a:solidFill>
                        </a:rPr>
                        <a:t>37 件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0E4F7"/>
                          </a:solidFill>
                        </a:rPr>
                        <a:t>15.3%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0E4F7"/>
                          </a:solidFill>
                        </a:rPr>
                        <a:t>● AIガバナンス・セキュリティ・社内ルール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7E22"/>
                          </a:solidFill>
                        </a:rPr>
                        <a:t>9 件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0E4F7"/>
                          </a:solidFill>
                        </a:rPr>
                        <a:t>3.7%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0E4F7"/>
                          </a:solidFill>
                        </a:rPr>
                        <a:t>● その他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F8C8D"/>
                          </a:solidFill>
                        </a:rPr>
                        <a:t>93 件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0E4F7"/>
                          </a:solidFill>
                        </a:rPr>
                        <a:t>38.4%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合計</a:t>
                      </a:r>
                    </a:p>
                  </a:txBody>
                  <a:tcPr>
                    <a:solidFill>
                      <a:srgbClr val="2D40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242 件</a:t>
                      </a:r>
                    </a:p>
                  </a:txBody>
                  <a:tcPr>
                    <a:solidFill>
                      <a:srgbClr val="2D40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D405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IT運用・自動化　ピックアップ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ED9F5"/>
                </a:solidFill>
              </a:rPr>
              <a:t>TOP PICKS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06424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06424"/>
            <a:ext cx="64008" cy="17952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6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74C3C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3人会社でAI経営OSを自作した話：Claude Codeで月商250万を回す2026年の実務構成</a:t>
            </a:r>
            <a:r>
              <a:rPr sz="900">
                <a:solidFill>
                  <a:srgbClr val="7F8C8D"/>
                </a:solidFill>
              </a:rPr>
              <a:t>  (2026-07-06)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5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https://qiita.com/sescore/items/198b36e173d7b7bcd1fd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5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3人会社でAI経営OSを自作した話：Claude Codeで月商250万を回す2026年の実務構成
SES出身エンジニアが、客先常駐を抜け出して3年。今は代表として3人の会社を動かしながら、AIエージェントを使って会社の管理業務の大半を自動化した。
「AIがCFOをやってる」と言うと笑われること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1424"/>
            <a:ext cx="11640312" cy="179527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11424"/>
            <a:ext cx="64008" cy="17952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66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74C3C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Claude Code ビルトインスキルの自動起動を CLAUDE.md でブロックする</a:t>
            </a:r>
            <a:r>
              <a:rPr sz="900">
                <a:solidFill>
                  <a:srgbClr val="7F8C8D"/>
                </a:solidFill>
              </a:rPr>
              <a:t>  (2026-07-06)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56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https://qiita.com/TheGateBreaker/items/7b258c1bf71d8331f992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56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TL;DR: Claude Code が標準搭載する （公式分類はビルトインWorkflow）はトリガーフレーズで自動起動し、 では止められない。 に禁止ルールを書くことで自動起動をソフトブロックできる。完全に無効化する  側の設定も別途存在するが、対象を個別に選べない。
何が起きたか
「ディープ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916423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916423"/>
            <a:ext cx="64008" cy="17952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7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74C3C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Anthropic「Claude Science」を整理:新モデルではなくワークフロー製品、自社創薬は前臨床から</a:t>
            </a:r>
            <a:r>
              <a:rPr sz="900">
                <a:solidFill>
                  <a:srgbClr val="7F8C8D"/>
                </a:solidFill>
              </a:rPr>
              <a:t>  (2026-07-06)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56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https://qiita.com/quotidia/items/6e62fb1bc294572bdc08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&gt; 本記事は筆者が運営する AI Quotidia の海外ニュース解説記事です。
&lt;strong&gt;「AIが研究者になる」。&lt;/strong&gt;
完全版はこちら。
一次ソース
- https://www.technologyreview.com/2026/06/30/1139987/claude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RAG・検索基盤設計　ピックアップ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ED9F5"/>
                </a:solidFill>
              </a:rPr>
              <a:t>TOP PICKS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06424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06424"/>
            <a:ext cx="64008" cy="179527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6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980B9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Databricks Lakebase Searchを使ったRAGエージェントをFree Edition上で作ってみる</a:t>
            </a:r>
            <a:r>
              <a:rPr sz="900">
                <a:solidFill>
                  <a:srgbClr val="7F8C8D"/>
                </a:solidFill>
              </a:rPr>
              <a:t>  (2026-07-05)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5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https://qiita.com/isanakamishiro2/items/e31d1fb84d6a78200c83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5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はじめに
Databricks Lakebaseにて、Lakebase Searchという検索機能が提供されています。
https://docs.databricks.com/aws/ja/oltp/projects/lakebase-search
:::note warn
Lakebase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1424"/>
            <a:ext cx="11640312" cy="179527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11424"/>
            <a:ext cx="64008" cy="179527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66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980B9"/>
                </a:solidFill>
              </a:rPr>
              <a:t>[Zenn]  </a:t>
            </a:r>
            <a:r>
              <a:rPr sz="1200" b="1">
                <a:solidFill>
                  <a:srgbClr val="FFFFFF"/>
                </a:solidFill>
              </a:rPr>
              <a:t>介護士がAIエンジニアを目指して、完全ローカルで動くRAGを作ってみた</a:t>
            </a:r>
            <a:r>
              <a:rPr sz="900">
                <a:solidFill>
                  <a:srgbClr val="7F8C8D"/>
                </a:solidFill>
              </a:rPr>
              <a:t>  (2026-07-05)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56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https://zenn.dev/ossudesu/articles/2bcc789faa8725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56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はじめに：なんで介護士がRAGを作ったのか
私は介護福祉士として14年間、現場で働いてきました。今、AI・データ系のエンジニアへの転職を目指していて、その学びの一環で「RAG（ラグ）」という仕組みを使った小さなAIアプリを作ってみました。
AIは趣味で使っていましたが、できることの多さに可能性を感じ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916423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916423"/>
            <a:ext cx="64008" cy="179527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7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980B9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IndexNowをNodeスクリプト1本で実装する ― 記事公開を検索エンジンに即時通知（ChatGPT検索対策にも）</a:t>
            </a:r>
            <a:r>
              <a:rPr sz="900">
                <a:solidFill>
                  <a:srgbClr val="7F8C8D"/>
                </a:solidFill>
              </a:rPr>
              <a:t>  (2026-07-05)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56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https://qiita.com/TOSHIMITSU_MIYACHI/items/fc4743e4a2fc864acc97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IndexNowは、URLの追加・更新を検索エンジンに即時通知できるプロトコルです。BingやYandexなどが対応しています。新規ドメインだとクロール頻度が低く、記事を公開してもなかなか見つけてもらえないので、公開フローに組み込む価値があります。
もう1つの動機はChatGPT検索です。Chat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843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AIエージェント開発・運用　ピックアップ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ED9F5"/>
                </a:solidFill>
              </a:rPr>
              <a:t>TOP PICKS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06424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06424"/>
            <a:ext cx="64008" cy="1795272"/>
          </a:xfrm>
          <a:prstGeom prst="rect">
            <a:avLst/>
          </a:prstGeom>
          <a:solidFill>
            <a:srgbClr val="843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6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8439AD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ハーネスエンジニアリングとは ― AIエージェントの性能を決める「足場の層」を数字で読む</a:t>
            </a:r>
            <a:r>
              <a:rPr sz="900">
                <a:solidFill>
                  <a:srgbClr val="7F8C8D"/>
                </a:solidFill>
              </a:rPr>
              <a:t>  (2026-07-06)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5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https://qiita.com/Yushi88/items/34690d507f59a2bd6349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5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AIエージェントを実務に載せると、モデルそのものの賢さより「その周りの作り込み」で結果が変わる、と気づくことが多い。同じモデルでも、指示やツール、やり直し方しだいで挙動は別物になる。この「モデルの周りの足場」を設計する仕事を、2026年に入って ハーネスエンジニアリング（harness engine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1424"/>
            <a:ext cx="11640312" cy="179527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11424"/>
            <a:ext cx="64008" cy="1795272"/>
          </a:xfrm>
          <a:prstGeom prst="rect">
            <a:avLst/>
          </a:prstGeom>
          <a:solidFill>
            <a:srgbClr val="843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66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8439AD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Claude Code v2.1.201｜Sonnet 5 が会話途中の system role をやめる｜毎日Changelog解説</a:t>
            </a:r>
            <a:r>
              <a:rPr sz="900">
                <a:solidFill>
                  <a:srgbClr val="7F8C8D"/>
                </a:solidFill>
              </a:rPr>
              <a:t>  (2026-07-06)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56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https://qiita.com/moha0918_/items/6fc5910d8bdf6343498b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56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:::note info
Claude Codeの公式Changelogをリリースから最速で翻訳・解説しています。
:::
v2.1.201 の変更は1行だけ。Claude Sonnet 5 のセッションで、harness reminder を会話の途中に system role で差し込む挙動が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916423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916423"/>
            <a:ext cx="64008" cy="1795272"/>
          </a:xfrm>
          <a:prstGeom prst="rect">
            <a:avLst/>
          </a:prstGeom>
          <a:solidFill>
            <a:srgbClr val="843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7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8439AD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LLMのGMは秘密を守れるのか — 人狼ゲーム(ヴァンパイア)をRust正本エンジンで作って実測した</a:t>
            </a:r>
            <a:r>
              <a:rPr sz="900">
                <a:solidFill>
                  <a:srgbClr val="7F8C8D"/>
                </a:solidFill>
              </a:rPr>
              <a:t>  (2026-07-06)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56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https://qiita.com/outcast_zari/items/ed1c90148014f948571e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こんにちは、AIエージェント共棲型掲示板のOutcasts管理人助手のザリ・ロブステルです。
前回、LLMにTRPGのGMをやらせるために「状態の真実をRustの決定論エンジンに奪わせる」設計を書いた。今回はその上に人狼ゲームを載せる。
!image.png
人狼はLLM-GMにとって最悪の負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生成AI活用の現場実践・他社事例　ピックアップ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ED9F5"/>
                </a:solidFill>
              </a:rPr>
              <a:t>TOP PICKS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06424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06424"/>
            <a:ext cx="64008" cy="17952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6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7AE60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（DX推進 任命編）AI居酒屋：LLMと愚痴りながら学習しよう</a:t>
            </a:r>
            <a:r>
              <a:rPr sz="900">
                <a:solidFill>
                  <a:srgbClr val="7F8C8D"/>
                </a:solidFill>
              </a:rPr>
              <a:t>  (2026-07-06)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5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https://qiita.com/taimonya/items/c7c261e172126d7da61e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5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この記事は、居酒屋の会話劇を通してLLM内部挙動や、AI担当になったエンジニアの苦労を、リラックスして理解することを目指した&lt;font color="red"&gt;　技術ポエム　&lt;/font&gt;です
---
～ ２年前　「ＤＸ推進担当ねっ」　そして今・・　 ～
&gt;  🇯🇵 : この記事は、擬人化したL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1424"/>
            <a:ext cx="11640312" cy="179527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11424"/>
            <a:ext cx="64008" cy="17952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66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7AE60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Unity Androidアプリ内でローカルLLM APIを実行する方法</a:t>
            </a:r>
            <a:r>
              <a:rPr sz="900">
                <a:solidFill>
                  <a:srgbClr val="7F8C8D"/>
                </a:solidFill>
              </a:rPr>
              <a:t>  (2026-07-05)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56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https://qiita.com/kazuki_kuriyama/items/a892c9f40193b107ab80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56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この記事では、Unity Androidアプリの中でローカルLLMを動かし、アプリ内APIとして呼び出す方法を整理します。
ここでいう「ローカルLLM API」は、クラウドのOpenAI APIやGemini APIを呼ぶのではなく、Android端末内に保存したLLMモデルを使って、Unityア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916423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916423"/>
            <a:ext cx="64008" cy="17952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7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7AE60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技術選定・検証で普段心がけていること</a:t>
            </a:r>
            <a:r>
              <a:rPr sz="900">
                <a:solidFill>
                  <a:srgbClr val="7F8C8D"/>
                </a:solidFill>
              </a:rPr>
              <a:t>  (2026-07-05)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56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https://qiita.com/takumiida1/items/ee2f5ba8edfe7d38057c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Summary
!7894EBBE-CD0C-468F-92E8-9AF4583032F1.png
- 技術選定においては「できること」だけでなく、制約条件（クォータ、想定外のユースケース、責任共有モデルなど）を先に把握することが持続可能な設計の前提になる
- 採用理由だけでなく「採用しなかっ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AIガバナンス・セキュリティ・社内ルール　ピックアップ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ED9F5"/>
                </a:solidFill>
              </a:rPr>
              <a:t>TOP PICKS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06424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06424"/>
            <a:ext cx="64008" cy="17952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6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67E22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自ホストLLMインフラのRCEラッシュ（2026年6月）：transformersのconfig.json実行とLiteLLM×Starlette連鎖（CVSS 10・C…</a:t>
            </a:r>
            <a:r>
              <a:rPr sz="900">
                <a:solidFill>
                  <a:srgbClr val="7F8C8D"/>
                </a:solidFill>
              </a:rPr>
              <a:t>  (2026-07-06)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5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https://qiita.com/YushiYamamoto/items/8ce1f18026aaff8d9189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5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!Self-hosted LLM infrastructure security supply chain
2026年5〜6月にかけて、自分でホストするLLM/AIインフラの「供給網」を狙った深刻なRCE（リモートコード実行）が立て続けに表面化した。
モデルを読み込むだけで発火するHugging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1424"/>
            <a:ext cx="11640312" cy="179527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11424"/>
            <a:ext cx="64008" cy="17952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66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67E22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AI Daily Digest · 2026年7月6日 — GPT-5.6 Sol全モデル高リスク警告、Claude Science発表、Meta Llama終焉</a:t>
            </a:r>
            <a:r>
              <a:rPr sz="900">
                <a:solidFill>
                  <a:srgbClr val="7F8C8D"/>
                </a:solidFill>
              </a:rPr>
              <a:t>  (2026-07-06)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56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https://qiita.com/lhjjjk4/items/a4400649f618252cf875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56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AI Daily Digest · 2026年7月6日
!Cover
---
OpenAIがGPT-5.6シリーズをサプライズ発表 — 全3モデルに「高リスク」フラグ
6月27日、OpenAIは次世代大規模モデル GPT-5.6シリーズ（フラッグシップ Sol、バランス型 Terra、軽量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916423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916423"/>
            <a:ext cx="64008" cy="17952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7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67E22"/>
                </a:solidFill>
              </a:rPr>
              <a:t>[Zenn]  </a:t>
            </a:r>
            <a:r>
              <a:rPr sz="1200" b="1">
                <a:solidFill>
                  <a:srgbClr val="FFFFFF"/>
                </a:solidFill>
              </a:rPr>
              <a:t>長文要約で数字が消える原因は「Lost in the Middle」、3分割プロンプトで対処する</a:t>
            </a:r>
            <a:r>
              <a:rPr sz="900">
                <a:solidFill>
                  <a:srgbClr val="7F8C8D"/>
                </a:solidFill>
              </a:rPr>
              <a:t>  (2026-07-05)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56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https://zenn.dev/every_ai_recipe/articles/pdf-summary-3-step-prompt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TL;DR
長い資料をLLMに一発で要約させると、途中に埋もれた数値や条件が抜け落ちやすい。原因は「Lost in the Middle」と呼ばれる、入力中盤の情報を軽視しやすいLLMの構造的傾向
対策として、1回の要約依頼を「全体構造把握」「数値の逐語抽出」「リスク抽出」の3クエリに分割し、それ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IT運用・自動化　記事一覧　(1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3人会社でAI経営OSを自作した話：Claude Codeで月商250万を回す2026年の実務構成</a:t>
            </a:r>
            <a:r>
              <a:rPr sz="900">
                <a:solidFill>
                  <a:srgbClr val="7F8C8D"/>
                </a:solidFill>
              </a:rPr>
              <a:t>  (2026-07-06)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https://qiita.com/sescore/items/198b36e173d7b7bcd1fd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3人会社でAI経営OSを自作した話：Claude Codeで月商250万を回す2026年の実務構成
SES出身エンジニアが、客先常駐を抜け出して3年。今は代表として3人の会社を動かしながら、AIエージェントを使って会社の管理業務の大半を自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Claude Code ビルトインスキルの自動起動を CLAUDE.md でブロックする</a:t>
            </a:r>
            <a:r>
              <a:rPr sz="900">
                <a:solidFill>
                  <a:srgbClr val="7F8C8D"/>
                </a:solidFill>
              </a:rPr>
              <a:t>  (2026-07-06)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https://qiita.com/TheGateBreaker/items/7b258c1bf71d8331f992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TL;DR: Claude Code が標準搭載する （公式分類はビルトインWorkflow）はトリガーフレーズで自動起動し、 では止められない。 に禁止ルールを書くことで自動起動をソフトブロックできる。完全に無効化する  側の設定も別途存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Anthropic「Claude Science」を整理:新モデルではなくワークフロー製品、自社創薬は前臨床から</a:t>
            </a:r>
            <a:r>
              <a:rPr sz="900">
                <a:solidFill>
                  <a:srgbClr val="7F8C8D"/>
                </a:solidFill>
              </a:rPr>
              <a:t>  (2026-07-06)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https://qiita.com/quotidia/items/6e62fb1bc294572bdc08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&gt; 本記事は筆者が運営する AI Quotidia の海外ニュース解説記事です。
&lt;strong&gt;「AIが研究者になる」。&lt;/strong&gt;
完全版はこちら。
一次ソース
- https://www.technologyreview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Claude x SKILLS x YMM4 x ずんだもんで効率的に動画作成したかった【第一話】</a:t>
            </a:r>
            <a:r>
              <a:rPr sz="900">
                <a:solidFill>
                  <a:srgbClr val="7F8C8D"/>
                </a:solidFill>
              </a:rPr>
              <a:t>  (2026-07-05)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5"/>
              </a:rPr>
              <a:t>https://qiita.com/metappi/items/8d40399a5a628adb57ce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今回はゆっくりムービーメーカーで動画制作をするにあたって
楽をするために自動化してみたらどこまで楽できるのだろう？
という疑問からやってみたことを
まとめてみたいと思います。
津軽弁を通して、SKILLSの勉強も併せてやっていきます。
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IT運用・自動化　記事一覧　(2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F8C8D"/>
                </a:solidFill>
              </a:rPr>
              <a:t>※ 他 2 件は JSON アーカイブを参照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Claude Codeでサブエージェントを使い倒す！単体テスト作成〜実行まで自動化する完全手順</a:t>
            </a:r>
            <a:r>
              <a:rPr sz="900">
                <a:solidFill>
                  <a:srgbClr val="7F8C8D"/>
                </a:solidFill>
              </a:rPr>
              <a:t>  (2026-07-05)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https://qiita.com/kamome_susume/items/0b775a26b8bfe00b94b0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「テストを書く時間がない」「毎回同じ指示を打つのが地味に面倒」、そんな悩みを抱えていませんか？ Claude Codeのサブエージェント機能を使えば、単体テストの作成から実行、失敗時の自動修正までを一気通貫で自動化できます。この記事では、実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時系列データの異常値検知を5ステップで考えてみる</a:t>
            </a:r>
            <a:r>
              <a:rPr sz="900">
                <a:solidFill>
                  <a:srgbClr val="7F8C8D"/>
                </a:solidFill>
              </a:rPr>
              <a:t>  (2026-07-05)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https://qiita.com/rino_yume/items/809c5a799d09631b830a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時系列データの異常値検知を5ステップで考えてみる
〜ロバスト統計から予測残差・AI拡張まで〜
はじめに
時系列データの異常値検出は、センサー監視、防災、水文データ、設備保全、IoT、ログ監視など、さまざまな分野で重要になります。
従来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AI時代の崩壊構造生成速度 &gt; 理解速度がすべてを壊す</a:t>
            </a:r>
            <a:r>
              <a:rPr sz="900">
                <a:solidFill>
                  <a:srgbClr val="7F8C8D"/>
                </a:solidFill>
              </a:rPr>
              <a:t>  (2026-07-04)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4"/>
              </a:rPr>
              <a:t>https://zenn.dev/amyusynaprise/articles/93e5e37d2c917f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■これは技術記事ではない
これは実装の話ではなく、
AI時代のシステム構造の観察記録である。
■導入
AIがコードを書き、データを作り、業務まで自動化するようになった。
Claude Codeのようなエージェント型開発では、コードの大半がA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自分のバックテストに『これは間違いだと証明しろ』とAIをけしかけたら、結論が半分ひっくり返った</a:t>
            </a:r>
            <a:r>
              <a:rPr sz="900">
                <a:solidFill>
                  <a:srgbClr val="7F8C8D"/>
                </a:solidFill>
              </a:rPr>
              <a:t>  (2026-07-04)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5"/>
              </a:rPr>
              <a:t>https://zenn.dev/ikahan/articles/backtest-self-deception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!
この記事はトレードの記事ではありません。「自分で作った検証が、自分に都合よく嘘をつく」仕組みの記事です。題材はたまたま相場データですが、出てくる4つの罠は A/Bテスト・機械学習・KPI分析など、数字で何かを判断するすべての場面に効きま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RAG・検索基盤設計　記事一覧　(1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Databricks Lakebase Searchを使ったRAGエージェントをFree Edition上で作ってみる</a:t>
            </a:r>
            <a:r>
              <a:rPr sz="900">
                <a:solidFill>
                  <a:srgbClr val="7F8C8D"/>
                </a:solidFill>
              </a:rPr>
              <a:t>  (2026-07-05)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https://qiita.com/isanakamishiro2/items/e31d1fb84d6a78200c83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Databricks Lakebaseにて、Lakebase Searchという検索機能が提供されています。
https://docs.databricks.com/aws/ja/oltp/projects/lakebase-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介護士がAIエンジニアを目指して、完全ローカルで動くRAGを作ってみた</a:t>
            </a:r>
            <a:r>
              <a:rPr sz="900">
                <a:solidFill>
                  <a:srgbClr val="7F8C8D"/>
                </a:solidFill>
              </a:rPr>
              <a:t>  (2026-07-05)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3"/>
              </a:rPr>
              <a:t>https://zenn.dev/ossudesu/articles/2bcc789faa8725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はじめに：なんで介護士がRAGを作ったのか
私は介護福祉士として14年間、現場で働いてきました。今、AI・データ系のエンジニアへの転職を目指していて、その学びの一環で「RAG（ラグ）」という仕組みを使った小さなAIアプリを作ってみました。
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IndexNowをNodeスクリプト1本で実装する ― 記事公開を検索エンジンに即時通知（ChatGPT検索対策にも）</a:t>
            </a:r>
            <a:r>
              <a:rPr sz="900">
                <a:solidFill>
                  <a:srgbClr val="7F8C8D"/>
                </a:solidFill>
              </a:rPr>
              <a:t>  (2026-07-05)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https://qiita.com/TOSHIMITSU_MIYACHI/items/fc4743e4a2fc864acc97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IndexNowは、URLの追加・更新を検索エンジンに即時通知できるプロトコルです。BingやYandexなどが対応しています。新規ドメインだとクロール頻度が低く、記事を公開してもなかなか見つけてもらえないので、公開フローに組み込む価値が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LangChain で RAG を組むなら知っておきたい Pydantic の要素</a:t>
            </a:r>
            <a:r>
              <a:rPr sz="900">
                <a:solidFill>
                  <a:srgbClr val="7F8C8D"/>
                </a:solidFill>
              </a:rPr>
              <a:t>  (2026-07-04)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5"/>
              </a:rPr>
              <a:t>https://qiita.com/atsushi11o7/items/8105909db8af82c1d52c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LangChain で RAG を組んでいると、Pydantic を使うことになります。
自作の Retriever や Reranker、あるいは LLM に構造化データを返させるスキーマは、Pydantic の (を継承した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RAG・検索基盤設計　記事一覧　(2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F8C8D"/>
                </a:solidFill>
              </a:rPr>
              <a:t>※ 他 17 件は JSON アーカイブを参照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自己修正型検索と状態管理：LangGraph×LlamaIndexによるエージェントRAG構築</a:t>
            </a:r>
            <a:r>
              <a:rPr sz="900">
                <a:solidFill>
                  <a:srgbClr val="7F8C8D"/>
                </a:solidFill>
              </a:rPr>
              <a:t>  (2026-07-04)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https://qiita.com/jjking/items/df69022976c528eec807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従来のRAGが抱える課題とエージェントRAGの必要性
LLMに外部知識を組み込む手法として「RAG（検索拡張生成）」は広く普及しています。しかし、従来の「Naive RAG」には大きな課題があります。それは「質問に対して一度だけ検索を行い、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乃木坂46の全ブログ4,726件+公式ニュース約1万件をRAGで知識化して、メンバー関係図を自動生成した</a:t>
            </a:r>
            <a:r>
              <a:rPr sz="900">
                <a:solidFill>
                  <a:srgbClr val="7F8C8D"/>
                </a:solidFill>
              </a:rPr>
              <a:t>  (2026-07-04)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3"/>
              </a:rPr>
              <a:t>https://zenn.dev/nogi_fanguide/articles/nogizaka-rag-fansite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!
本文は基本的にClaude(Claude Code)が執筆し、筆者が事実確認と添削をしています。サイト本体の開発も同じ分業で行っており、詳しくは後半の「開発の分業」の節で触れます。
乃木坂46の公式メンバーブログ全4,726件と公式ニ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Oracle 26ai の in-DB 埋め込み（VECTOR_EMBEDDING）で Agentic RAG を DB 内で完結させてみた</a:t>
            </a:r>
            <a:r>
              <a:rPr sz="900">
                <a:solidFill>
                  <a:srgbClr val="7F8C8D"/>
                </a:solidFill>
              </a:rPr>
              <a:t>  (2026-07-04)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https://qiita.com/asahide/items/6dcf8e480c58d6c9cb14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1. はじめに
前回、Google の ADK（Agent Development Kit）＋ Gemini ＋ MCP Toolbox for Databases の標準構成で、データベースを Oracle Autonomous Dat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ローカルで機密性高くRAGじゃないセマンティック検索</a:t>
            </a:r>
            <a:r>
              <a:rPr sz="900">
                <a:solidFill>
                  <a:srgbClr val="7F8C8D"/>
                </a:solidFill>
              </a:rPr>
              <a:t>  (2026-07-04)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5"/>
              </a:rPr>
              <a:t>https://zenn.dev/okadatk/articles/c36bf7a66832d5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Search_app2 アーキテクチャ解説
お客様とのやり取りは当然機密情報もあり、セキュリティで守られているとはいえ大量（数万）のファイルをアップロードして検索させるわけにもいかず、ローカルのRAGが欲しいと思いました。すでに多くの方が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843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AIエージェント開発・運用　記事一覧　(1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ハーネスエンジニアリングとは ― AIエージェントの性能を決める「足場の層」を数字で読む</a:t>
            </a:r>
            <a:r>
              <a:rPr sz="900">
                <a:solidFill>
                  <a:srgbClr val="7F8C8D"/>
                </a:solidFill>
              </a:rPr>
              <a:t>  (2026-07-06)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https://qiita.com/Yushi88/items/34690d507f59a2bd6349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AIエージェントを実務に載せると、モデルそのものの賢さより「その周りの作り込み」で結果が変わる、と気づくことが多い。同じモデルでも、指示やツール、やり直し方しだいで挙動は別物になる。この「モデルの周りの足場」を設計する仕事を、2026年に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Claude Code v2.1.201｜Sonnet 5 が会話途中の system role をやめる｜毎日Changelog解説</a:t>
            </a:r>
            <a:r>
              <a:rPr sz="900">
                <a:solidFill>
                  <a:srgbClr val="7F8C8D"/>
                </a:solidFill>
              </a:rPr>
              <a:t>  (2026-07-06)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https://qiita.com/moha0918_/items/6fc5910d8bdf6343498b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:::note info
Claude Codeの公式Changelogをリリースから最速で翻訳・解説しています。
:::
v2.1.201 の変更は1行だけ。Claude Sonnet 5 のセッションで、harness reminde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LLMのGMは秘密を守れるのか — 人狼ゲーム(ヴァンパイア)をRust正本エンジンで作って実測した</a:t>
            </a:r>
            <a:r>
              <a:rPr sz="900">
                <a:solidFill>
                  <a:srgbClr val="7F8C8D"/>
                </a:solidFill>
              </a:rPr>
              <a:t>  (2026-07-06)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https://qiita.com/outcast_zari/items/ed1c90148014f948571e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こんにちは、AIエージェント共棲型掲示板のOutcasts管理人助手のザリ・ロブステルです。
前回、LLMにTRPGのGMをやらせるために「状態の真実をRustの決定論エンジンに奪わせる」設計を書いた。今回はその上に人狼ゲームを載せる。
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SWE-benchだけではAIエージェントを測れない時代へ</a:t>
            </a:r>
            <a:r>
              <a:rPr sz="900">
                <a:solidFill>
                  <a:srgbClr val="7F8C8D"/>
                </a:solidFill>
              </a:rPr>
              <a:t>  (2026-07-06)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5"/>
              </a:rPr>
              <a:t>https://qiita.com/mhamadajp/items/2690a75a8ec34ee7b966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AIコーディングエージェントの評価は、次の段階に入り始めています。
これまで大きな役割を果たしてきたのは、SWE-benchです。
SWE-benchは、実在するGitHub IssueとPull Requestをもとに、LLMやエージ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843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AIエージェント開発・運用　記事一覧　(2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F8C8D"/>
                </a:solidFill>
              </a:rPr>
              <a:t>※ 他 42 件は JSON アーカイブを参照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なぜ、LLM会社が出しているチャットソフトとコーディングソフト以外のAIエージェントは死滅するのか？</a:t>
            </a:r>
            <a:r>
              <a:rPr sz="900">
                <a:solidFill>
                  <a:srgbClr val="7F8C8D"/>
                </a:solidFill>
              </a:rPr>
              <a:t>  (2026-07-05)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https://qiita.com/pdfractal/items/6b99ffc6f2539f0bbb13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AIエージェントという言葉は、現在のAI産業で最も過大に使われている言葉の一つです。自律的に調査し、作業し、成果物を作るという説明は魅力的ですが、その多くは独立した製品分類として長く残るものではありません。むしろ、AIエージェン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Show HN: Peek-CLI: Let Claude Code See the Browser</a:t>
            </a:r>
            <a:r>
              <a:rPr sz="900">
                <a:solidFill>
                  <a:srgbClr val="7F8C8D"/>
                </a:solidFill>
              </a:rPr>
              <a:t>  (2026-07-05)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[HackerNews]  </a:t>
            </a:r>
            <a:r>
              <a:rPr sz="800">
                <a:solidFill>
                  <a:srgbClr val="5DADE8"/>
                </a:solidFill>
                <a:hlinkClick r:id="rId3"/>
              </a:rPr>
              <a:t>https://github.com/puffinsoft/peek-cli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Show HN: Peek-CLI: Let Claude Code See the Browser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Unity AndroidのローカルLLMでFunction Calling風の構造化レスポンスを扱う方法</a:t>
            </a:r>
            <a:r>
              <a:rPr sz="900">
                <a:solidFill>
                  <a:srgbClr val="7F8C8D"/>
                </a:solidFill>
              </a:rPr>
              <a:t>  (2026-07-05)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https://qiita.com/kazuki_kuriyama/items/65fc8dbc4d799e0a03fc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Unity AndroidのローカルLLMでFunction Calling風の構造化レスポンスを扱う方法
Unity AndroidアプリにローカルLLMを組み込む場合、単に自然文を返すだけではなく、アプリ側の処理を安全に実行できる形式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【AI駆動開発 #1】バイブコーディングとAI駆動開発は何が違うのか — 個人で半年に14アプリを出して、私がspec駆動に切り替えた話</a:t>
            </a:r>
            <a:r>
              <a:rPr sz="900">
                <a:solidFill>
                  <a:srgbClr val="7F8C8D"/>
                </a:solidFill>
              </a:rPr>
              <a:t>  (2026-07-05)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5"/>
              </a:rPr>
              <a:t>https://qiita.com/nichful/items/9b9fc6cef05402e66ab2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こんにちは。本業はシステムエンジニア／プロジェクトマネージャー（PM歴20年）です。この20年、インフラ系はプロですが、アプリ開発はど素人です。そんな私が2026年1月から趣味でiPhoneアプリ開発を始め、約半年で14本をA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生成AI活用の現場実践・他社事例　記事一覧　(1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（DX推進 任命編）AI居酒屋：LLMと愚痴りながら学習しよう</a:t>
            </a:r>
            <a:r>
              <a:rPr sz="900">
                <a:solidFill>
                  <a:srgbClr val="7F8C8D"/>
                </a:solidFill>
              </a:rPr>
              <a:t>  (2026-07-06)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https://qiita.com/taimonya/items/c7c261e172126d7da61e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この記事は、居酒屋の会話劇を通してLLM内部挙動や、AI担当になったエンジニアの苦労を、リラックスして理解することを目指した&lt;font color="red"&gt;　技術ポエム　&lt;/font&gt;です
---
～ ２年前　「ＤＸ推進担当ねっ」　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Unity Androidアプリ内でローカルLLM APIを実行する方法</a:t>
            </a:r>
            <a:r>
              <a:rPr sz="900">
                <a:solidFill>
                  <a:srgbClr val="7F8C8D"/>
                </a:solidFill>
              </a:rPr>
              <a:t>  (2026-07-05)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https://qiita.com/kazuki_kuriyama/items/a892c9f40193b107ab80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この記事では、Unity Androidアプリの中でローカルLLMを動かし、アプリ内APIとして呼び出す方法を整理します。
ここでいう「ローカルLLM API」は、クラウドのOpenAI APIやGemini APIを呼ぶのではなく、An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技術選定・検証で普段心がけていること</a:t>
            </a:r>
            <a:r>
              <a:rPr sz="900">
                <a:solidFill>
                  <a:srgbClr val="7F8C8D"/>
                </a:solidFill>
              </a:rPr>
              <a:t>  (2026-07-05)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https://qiita.com/takumiida1/items/ee2f5ba8edfe7d38057c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Summary
!7894EBBE-CD0C-468F-92E8-9AF4583032F1.png
- 技術選定においては「できること」だけでなく、制約条件（クォータ、想定外のユースケース、責任共有モデルなど）を先に把握することが持続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社内デモは完璧だったのに、世に出したAIチャットが「1ドルで新車」を売ってしまう理由 — LLMプロダクトの入口と出口に"ガードレール"を設計する実践ガイド</a:t>
            </a:r>
            <a:r>
              <a:rPr sz="900">
                <a:solidFill>
                  <a:srgbClr val="7F8C8D"/>
                </a:solidFill>
              </a:rPr>
              <a:t>  (2026-07-05)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5"/>
              </a:rPr>
              <a:t>https://qiita.com/akira_papa_AI/items/3c5a604a1158dfb30959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社内デモは完璧だったのに、世に出したAIチャットが「1ドルで新車」を売ってしまう理由 — LLMプロダクトの入口と出口に"ガードレール"を設計する実践ガイド
こんにちは、あきらパパです。
最近、「AIチャットを作れました」という声を、ほ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生成AI活用の現場実践・他社事例　記事一覧　(2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F8C8D"/>
                </a:solidFill>
              </a:rPr>
              <a:t>※ 他 14 件は JSON アーカイブを参照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AI（LLM)を全く使わない人と日々活用する人が5年後それぞれどうなるのかをClaudeに予想させてみた</a:t>
            </a:r>
            <a:r>
              <a:rPr sz="900">
                <a:solidFill>
                  <a:srgbClr val="7F8C8D"/>
                </a:solidFill>
              </a:rPr>
              <a:t>  (2026-07-05)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https://qiita.com/tai0921/items/22d6a4fdfcc597bfcaa8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「AIに仕事を奪われる」という話はよく聞く。ただ、自分はその話を聞くたびに少しモヤモヤしていた。「奪われるかどうか」より「使う人と使わない人の間に何が起きるか」の方が、現実的に重要な問いだと思うからだ。
というわけで、Claudeに直接聞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Claudeとは ~Chat GPTとの違い ~</a:t>
            </a:r>
            <a:r>
              <a:rPr sz="900">
                <a:solidFill>
                  <a:srgbClr val="7F8C8D"/>
                </a:solidFill>
              </a:rPr>
              <a:t>  (2026-07-05)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https://qiita.com/mina_risu/items/fe2fb1652770453156c3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Claude とは
Claude（クロード） は、 Anthropic（アンソロピック）というアメリカの会社が提供する次世代AIアシスタントです。
安全性と信頼性を重視して開発されているため、ビジネス用途で活用されるケースが増えています。
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あなたのAI活用がうまくいかないのは、AIのせいではない──Obsidianを"外部脳"にするAI運用設計</a:t>
            </a:r>
            <a:r>
              <a:rPr sz="900">
                <a:solidFill>
                  <a:srgbClr val="7F8C8D"/>
                </a:solidFill>
              </a:rPr>
              <a:t>  (2026-07-05)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https://qiita.com/koreangyoseishoshi/items/88b715fafb083a873689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※この記事は Zennの記事 からの転載です。
---
!AIは記憶喪失。Obsidianに 記憶・ルール・信頼基準 を永続化する外部脳の図
図：AIは毎回リセットされる。だから「何をすべきか／どのルールに従うか／何を信じるか」をObs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異世界召喚された後方腕組みオタクが驚き投稿を横目にFable5で遊んでみた件</a:t>
            </a:r>
            <a:r>
              <a:rPr sz="900">
                <a:solidFill>
                  <a:srgbClr val="7F8C8D"/>
                </a:solidFill>
              </a:rPr>
              <a:t>  (2026-07-05)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5"/>
              </a:rPr>
              <a:t>https://zenn.dev/puriy/articles/fable5-first-impression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正直、LLMの性能がサチってきた感覚と共に、コスト面から見てもOpusモデルで十分では？という感覚がありました。
Twitterでは、「こんなアプリを作れるようになった！」という驚き投稿で溢れていましたが、Enterpriseの開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AIガバナンス・セキュリティ・社内ルール　記事一覧　(1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67E22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自ホストLLMインフラのRCEラッシュ（2026年6月）：transformersのconfig.json実行とLiteLLM×Starlette連鎖（CVSS…</a:t>
            </a:r>
            <a:r>
              <a:rPr sz="900">
                <a:solidFill>
                  <a:srgbClr val="7F8C8D"/>
                </a:solidFill>
              </a:rPr>
              <a:t>  (2026-07-06)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67E22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https://qiita.com/YushiYamamoto/items/8ce1f18026aaff8d9189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!Self-hosted LLM infrastructure security supply chain
2026年5〜6月にかけて、自分でホストするLLM/AIインフラの「供給網」を狙った深刻なRCE（リモートコード実行）が立て続けに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67E22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AI Daily Digest · 2026年7月6日 — GPT-5.6 Sol全モデル高リスク警告、Claude Science発表、Meta Llama終…</a:t>
            </a:r>
            <a:r>
              <a:rPr sz="900">
                <a:solidFill>
                  <a:srgbClr val="7F8C8D"/>
                </a:solidFill>
              </a:rPr>
              <a:t>  (2026-07-06)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67E22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https://qiita.com/lhjjjk4/items/a4400649f618252cf875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AI Daily Digest · 2026年7月6日
!Cover
---
OpenAIがGPT-5.6シリーズをサプライズ発表 — 全3モデルに「高リスク」フラグ
6月27日、OpenAIは次世代大規模モデル GPT-5.6シリ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67E22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長文要約で数字が消える原因は「Lost in the Middle」、3分割プロンプトで対処する</a:t>
            </a:r>
            <a:r>
              <a:rPr sz="900">
                <a:solidFill>
                  <a:srgbClr val="7F8C8D"/>
                </a:solidFill>
              </a:rPr>
              <a:t>  (2026-07-05)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67E22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4"/>
              </a:rPr>
              <a:t>https://zenn.dev/every_ai_recipe/articles/pdf-summary-3-step-prompt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TL;DR
長い資料をLLMに一発で要約させると、途中に埋もれた数値や条件が抜け落ちやすい。原因は「Lost in the Middle」と呼ばれる、入力中盤の情報を軽視しやすいLLMの構造的傾向
対策として、1回の要約依頼を「全体構造把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67E22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解禁されたClaude Fable 5を実務で使い倒す：モデル切替＆フォールバック実装パターン</a:t>
            </a:r>
            <a:r>
              <a:rPr sz="900">
                <a:solidFill>
                  <a:srgbClr val="7F8C8D"/>
                </a:solidFill>
              </a:rPr>
              <a:t>  (2026-07-01)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67E22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5"/>
              </a:rPr>
              <a:t>https://zenn.dev/kairosai/articles/642d196be684c3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2026年7月1日、輸出規制の撤回により「Claude Fable 5」が全世界で再開放されました。昨日まで使えなかった最上位モデルが今日から使える——このタイミングで、モデルの利用可否が動的に変わっても壊れないコードを書いておく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AIガバナンス・セキュリティ・社内ルール　記事一覧　(2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67E22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【2026年6月版】Claude・GPT・Geminiをタスクで自動ルーティングする実装パターン</a:t>
            </a:r>
            <a:r>
              <a:rPr sz="900">
                <a:solidFill>
                  <a:srgbClr val="7F8C8D"/>
                </a:solidFill>
              </a:rPr>
              <a:t>  (2026-06-30)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67E22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2"/>
              </a:rPr>
              <a:t>https://zenn.dev/kairosai/articles/0796ba90b536c4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2026年6月、フロンティアモデルが一気に出揃いました。Anthropicの Claude Fable 5（100万トークン文脈・常時思考・128K出力）、OpenAIの GPT-5.6 Sol Preview（コード/科学/セキ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67E22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【プロンプト】AI上司と壁打ちで無敵</a:t>
            </a:r>
            <a:r>
              <a:rPr sz="900">
                <a:solidFill>
                  <a:srgbClr val="7F8C8D"/>
                </a:solidFill>
              </a:rPr>
              <a:t>  (2026-06-22)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67E22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https://qiita.com/Nemzo/items/4469182e80de84b2d2a4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エンジニアとして働く中で、提案資料や設計書を作成する機会は多いと思います。
しかし、いざ上司にレビューを依頼すると「コストの根拠は？」「このパターンのリスク対応が抜けている」など、いつも同じようなポイントで差し戻しを食らって心が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(1 /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Claudeに簡単な画像処理について質問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https://qiita.com/soldierboy/items/dd59e899d6bd2b659015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ClaudeにPythonでExcelを読み込ませファイルを出力する機能を実装してもらった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https://qiita.com/soldierboy/items/542dc571f560c3784e2d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[HackerNews]  </a:t>
            </a:r>
            <a:r>
              <a:rPr sz="1000" b="1">
                <a:solidFill>
                  <a:srgbClr val="CCDDEE"/>
                </a:solidFill>
              </a:rPr>
              <a:t>Show HN: AI integrated in any terminal that's invisible until you need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https://terminai.app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[HackerNews]  </a:t>
            </a:r>
            <a:r>
              <a:rPr sz="1000" b="1">
                <a:solidFill>
                  <a:srgbClr val="CCDDEE"/>
                </a:solidFill>
              </a:rPr>
              <a:t>Ask HN: How are you staying productive using LLMs?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https://news.ycombinator.com/item?id=48799052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【ざっくり整理】Gemini API Computer Use Preview で何ができるか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https://qiita.com/Tadataka_Takahashi/items/20548b4f821c13b50714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【IT業界25年目】ADHDポンコツエンジニアが推すAI時代も生き残れる開発言語ランキング Top５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https://qiita.com/Veteran/items/6b9363db85817d8b68b1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llama.cpp + Gemmaを使ってローカルLLM APIサーバーを構築する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https://qiita.com/kazuki_kuriyama/items/5e3d3dc7c4570e068334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Claude Fable 5に課金すべきか、無料期間が終わる前に料金を真面目に考えた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https://qiita.com/sutaminajing40/items/fef5c6ad1fd32cf2dd4b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ローカルLLM共有サーバのKV Cache境界を設計する — Gatewayで cache_salt を強制付与（対策編）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https://qiita.com/Marron-chan/items/848d44cafbf3e3a925f1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09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[HackerNews]  </a:t>
            </a:r>
            <a:r>
              <a:rPr sz="1000" b="1">
                <a:solidFill>
                  <a:srgbClr val="CCDDEE"/>
                </a:solidFill>
              </a:rPr>
              <a:t>Show HN: Sidenote – comment on your rendered blog, an LLM writes the Git di…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3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1"/>
              </a:rPr>
              <a:t>https://github.com/bharadwaj-pendyala/sidenote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37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ChatGPTにlibreofficeインストール方法を聞いてみた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52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2"/>
              </a:rPr>
              <a:t>https://qiita.com/soldierboy/items/37e374e809d9aa35f9b5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66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ローカルLLMを複数人で共有するとKV Cacheはどうなるか — Prefix Cache を cache_salt で実測（問題編）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0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3"/>
              </a:rPr>
              <a:t>https://qiita.com/Marron-chan/items/a5fab38aacabdd444fa2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(2 /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robots.txtに断られてから始めるデータ設計 ― 中古バイクサイトに「車種×バッテリー適合表」42車種を1日で公開した話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https://qiita.com/ausssxi0/items/0a68bab5b659b7186b9f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 QwenローカルLLM実行メモ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https://qiita.com/kurio68/items/25badf15ba800d0871da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Claude Fable 5の挙動をOpus 4.8で再現する — 「賢さ」を検証ループの工程に置き換える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https://zenn.dev/ait/articles/fable-emu-opus-harness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AIの知見で人間の苦悩を考える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https://qiita.com/nakamura795/items/62882afd11565d3f1a02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Claudeにキャリアコーチングをお願いした話（実際の回答例あり）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https://qiita.com/sa-ya_tsa/items/bcc9ba60b2688e4b2342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LLMの基礎をまとめていこう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https://qiita.com/viuk/items/8852e2293353fc13e812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AIでe-Stat分析を100倍速くして気づいた。データ分析は"安泰な仕事"ではなかった──後から知ったが業界も同じ結論だった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https://qiita.com/d94231/items/8fcd7cb4f556cdff5cdb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【IT業界25年目】ADHDポンコツエンジニアが推すAI時代も生き残れる開発言語ランキング Top５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https://zenn.dev/veteran/articles/dfd375bfddbeb3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Claudeでrawデータ生成について教えてもらった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https://qiita.com/soldierboy/items/94cb238af1811f600dcb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09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圏論はラングランズプログラムの基盤たりうるか？ ── 集合論から関数的圏論世界観へ、ブルバキ・シリーズの停止が示すもの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3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1"/>
              </a:rPr>
              <a:t>https://qiita.com/etale_cohomology/items/36534c4a04557aa62fbb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37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クラウドAIは囲碁ゲームを一瞬で作り、ローカルLLMは2時間半さまよった — 「続き」と打ち続けた朝の記録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52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2"/>
              </a:rPr>
              <a:t>https://zenn.dev/idonthaveapen/articles/go-game-cloud-instant-local-llm-lost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66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SHOHS Run Logを作った話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0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3"/>
              </a:rPr>
              <a:t>https://qiita.com/SHOHS/items/3149ec7a9583d15c2278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(3 /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ぷよクエをたのしく！アプリをつくってみよう！（UI操作編：タブ間連携）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https://qiita.com/puyon/items/1fccdebbee297065ee88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AIにはコードではなくデータを渡せ——71%トークン削減の実測と通用しない6つの条件"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https://qiita.com/TheGateBreaker/items/b51eb5435825609b0274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[HackerNews]  </a:t>
            </a:r>
            <a:r>
              <a:rPr sz="1000" b="1">
                <a:solidFill>
                  <a:srgbClr val="CCDDEE"/>
                </a:solidFill>
              </a:rPr>
              <a:t>Show HN: KiCad in the Browser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https://demo.pcbjam.com/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無料診断フォームの回答をAIに渡す前に正規化するGAS実装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https://qiita.com/Miraigent/items/1ad5df1e0a42868e97eb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猫でもわかるループエンジニアリング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https://zenn.dev/karamage/articles/5b7fbabcb04da6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ChatGPTで作る Amplify Gen2 + Expo + React Native モバイルアプリ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https://zenn.dev/hiroshi000358/articles/03152ce161720e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「特定モデル前提」のアンチパターン5つ。Fable 5が3日で消えたので見直したNG例と直し方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https://qiita.com/Rapls/items/5c69e34e4d9e8d46a533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セルフホストLLMのGPU容量を増やすFP8 KV-cache量子化：vLLMの--kv-cache-dtype fp8を本番のレバーにする（2026…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https://qiita.com/YushiYamamoto/items/2b16f596e60e4058f940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LLM記述構文"MARI" Tips:システムペルソナ参照、青い奴らが大集合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https://qiita.com/otoyo0318/items/648d1a4646d1bf88ce80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09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GPU付きPCの納品を待つ間に、CPUでできることを全部やってみた ― 歩行進化・LLMマージ・性格ダイヤルの記録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3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1"/>
              </a:rPr>
              <a:t>https://qiita.com/furuse-kazufumi/items/44508c48f38a68abad35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37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モデルを降格しても壊れない条件——「規律プロンプト」とコストの逆転を20タスクで実測した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52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2"/>
              </a:rPr>
              <a:t>https://zenn.dev/oppo2357/articles/b65f7bc51e21c7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66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手書き日本語メモのOCR、Gemini構造化出力に落ち着くまで（年推測バグの話つき）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0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3"/>
              </a:rPr>
              <a:t>https://zenn.dev/hiroe28/articles/5819a99c00ba2c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(4 /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3. Prompt Engineeringは「お願いの書き方」ではなかった（LLMは会話を覚えていない？）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https://qiita.com/bahamutra/items/c1a473ad35c1f61d4f54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Claude CCA-F 模擬試験の誤答あんちょこ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https://zenn.dev/yosukegatz/articles/b254f36f9fe26f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【書評】PythonによるAIプログラミング入門 ―ディープラーニングを始める前に身につけておくべき15の基礎技術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https://qiita.com/io0323/items/8a02e72401c666d66f07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回帰で「小さく写る対象」だけ精度が出ない ― scale-imbalanced loss を log-radius で直す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https://zenn.dev/kiribako_dev/articles/coin-radius-scale-invariant-loss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ドメインギャップだと思ったら自分のデータの画角だった ― fine-tune 3回の記録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https://zenn.dev/kiribako_dev/articles/coin-detection-domain-gap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会社で「選ばれし者」しかAIを使えない日が来るかもしれない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https://zenn.dev/awesome_kou/articles/ai-access-chosen-few-2026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「プロンプトが書けない」の別解：参照画像3枚で画像生成を制御する仕組みと限界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https://qiita.com/tingpromax/items/cfa6809ef2ccaff2b972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ChatGPT・Claude・Geminiの使い分けは「賢さ」でなく「タスク特性」で決まる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https://zenn.dev/every_ai_recipe/articles/ai-tool-routing-by-task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意味は境界でなく「程度」で揺らぐ — LLMで中観の無自性を測る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https://zenn.dev/40ki/articles/0ead3a2bbf777a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09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Google AI StudioでCloud SQLを使ったWebアプリケーションを開発する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3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1"/>
              </a:rPr>
              <a:t>https://qiita.com/satoshi-sugiyama/items/40b747a7e4a247187f29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37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マーガレット・アトウッドが語ったAIの「ゴミを入れればゴミが出る」：Claudeの誤答から考える生成AIの確かめ方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52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2"/>
              </a:rPr>
              <a:t>https://qiita.com/quotidia/items/ca9348ac6cacf3ae91f1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66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研究者のExcelを機械学習データに変換する——Power Query と pandas で学ぶ整然データ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0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3"/>
              </a:rPr>
              <a:t>https://zenn.dev/efta1989/articles/excel-to-tidy-data-powerquery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(5 /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Midnight AI Groove 26-06-29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https://qiita.com/masykot582/items/b21f1a1710162b61dfea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生成AIに「SAM（Segment Anything）」を聞いてみた（クリックで任意の対象を切り抜く）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https://zenn.dev/tkpurine/articles/segment-anything-sam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同じプロンプトなのに答えの質がぶれる時、埋めるべきは指示ではなく前提だった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https://zenn.dev/every_ai_recipe/articles/chatgpt-prompt-3-tips-better-answer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営業ロープレを「AIが“顧客役”を演じる」形で作る ― 表情・感情・緊張度の可視化と、実装者が考えたこと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https://qiita.com/kei_kawai_g/items/5534efe1f9dbeb44a601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Google 検索を用いたグラウンディングを検証してみた 〜画像検索・Maps 対応と課金の注意点〜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https://qiita.com/shun-aoki/items/ee2b63d170008464f9ac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材料・化学データの特徴量設計——Pipeline によるデータリーク防止と Stability Selection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https://zenn.dev/efta1989/articles/feature-selection-leak-for-materials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2026年上半期 AIについての私見---トークンと企業のジレン(もう少しの我慢、耐えればきっとよくなる)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https://zenn.dev/faliye/articles/ffc8fe5c2708ef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【第1回】ChatGPTをライターではなくインタビュアーにした話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https://zenn.dev/genf740/articles/392c9702-a775-8114-b4ae-fbac290fdfcf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Gemini Live Avatarを使ってプレゼン練習AIを作ってみた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https://qiita.com/s-kato-iret/items/3a55424a40f5c74eb725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09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ノーコードでスプレッドシートが“操作できるアプリ”に。Gemini の Sheet Canvas が想像以上だった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3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1"/>
              </a:rPr>
              <a:t>https://qiita.com/na-tamura/items/f7b6ea842c2995975a88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37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iOS 27のLanguageModelプロトコルでClaudeもGeminiも差し替える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52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2"/>
              </a:rPr>
              <a:t>https://qiita.com/okssusucha/items/2147bea0fdb1421d434c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66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理学療法士がKaggleで脳卒中予測に挑戦した話③｜他の人のコードを読んでみた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0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3"/>
              </a:rPr>
              <a:t>https://qiita.com/yanoathu0119/items/86783c2ca4e7704f80b6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(6 /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Kaggle「ROGII - Wellbore Geology Prediction」ベースライン実装まとめ（第1弾）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https://qiita.com/rino_yume/items/63a209bc28b2c36a2f3f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公共工事入札情報を毎日自動収集する「建設業データ基盤」を作っている話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https://qiita.com/architectJapan/items/6a221982a5256c6bba5b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[レビュー] Googleが6/30に公開したテーブルデータ用の基盤モデルTabFMは、信用でGBMに勝てるか。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https://qiita.com/gksrlf3552/items/63e6bd170bd8fede2361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生成AI初心者向け～業務で使う前に知っておきたい基本と注意点～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https://qiita.com/masayasu_t/items/188fc60d664a08351f05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動画生成AIのブレイクスルーは何か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https://qiita.com/xeje/items/6d4888b358e68e821d8c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世界で最も長い時間思考するプロンプトは何か？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https://qiita.com/relu/items/9a5e54a15f70988e468d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ＡＩが法律を読んで判断して楽になると思っていた話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https://qiita.com/sanoy625/items/9f759a6c92307fe5bc70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回帰・生成・検索タスクの評価指標まとめ ― MSEからBLEU/ROUGE、MAP@Kまで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https://qiita.com/shorie/items/51227f84a172fe51f39c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ChatGPT PlusのProjectsだけでプログラミング言語を作り始めて早10週間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https://zenn.dev/tkithrta/articles/565495606c522f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09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「AIでサイトは作れたのに公開できない」を診断形式で解く無料ツールを作った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3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1"/>
              </a:rPr>
              <a:t>https://zenn.dev/fieldward/articles/7fa9de3b1ce14a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37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AnythingLLM、結局何が便利なのか。手元のWindows環境と保存先まで確認した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52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2"/>
              </a:rPr>
              <a:t>https://qiita.com/revolutionbyhiddenvalues/items/cdb96a67b37ce627d23c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66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生成AI時代の非構造化データ管理はIT技術者の中核課題である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0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3"/>
              </a:rPr>
              <a:t>https://qiita.com/mhamadajp/items/2037828d60013574f41e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(7 /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「次世代の検索手法」を試したら、まさかの惨敗だった話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https://qiita.com/pao0415/items/61b9504b9af067277221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生成AIにgit commitを頼むときのプロンプト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https://qiita.com/torifukukaiou/items/d518184bbeb873901a65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【生成AIに聞いてみた】どの生成AIに相談する？（2026年初夏編） 〜知識の鮮度から見る生成AIの違い〜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https://zenn.dev/lawrap/articles/c6037315de610c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なぜ、ChatGPTは、5.2⇒5.4がシリーズ最大の進化に見えるのか？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https://zenn.dev/pdfractal/articles/264b850f2b078c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AIに要約を5回繰り返させたら、元の文章はどこまで崩壊するのか（Claude vs GPT比較）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https://qiita.com/yoshinaga_slj/items/d243a77d295d021844fa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サッカー応援イラストをAI生成するプロンプト設計メモ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https://qiita.com/Sato-310/items/821110f3048fb5ea69ca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最新LLMにプロンプトエンジニアリングは逆効果？ OpenAI・Anthropic・Googleの公式ガイドを読み解く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https://qiita.com/dachshund129/items/4f428a3a048528fa2319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コラム：Claud AI-過剰セーフティガードがもたらす「道具としての予測可能性」の崩壊-2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https://qiita.com/otoyo0318/items/e49020323b974867f0e3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ChatGPTでフォーム回答を分析するプロンプトを業務用に分ける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https://qiita.com/lovanaut/items/529bcd57e78303cb4a10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09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論文探索用プロンプト公開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3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1"/>
              </a:rPr>
              <a:t>https://qiita.com/kuranku817/items/3f63d8d7117f876c9bd1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37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問い合わせ内容をAI分類するプロンプトとレビュー列の作り方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52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2"/>
              </a:rPr>
              <a:t>https://qiita.com/lovanaut/items/3c47ffbf11bfc32ba05e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66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コピペで使える エラー修正のAIプロンプト。初心者がまず覚える型と、そのまま使える例文集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0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3"/>
              </a:rPr>
              <a:t>https://qiita.com/Rapls/items/cad780d91cf8e9b6e3c5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(8 /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AIへ入力する前に、ExcelとPythonで指定語句をローカル置換する方法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https://qiita.com/kinoto-r/items/07faedf0388f0dd7468e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LLMのプロンプト原則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https://qiita.com/sasgawy/items/af8bd6fe02f5a5ec803d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コラム：Claud AI-過剰セーフティガードがもたらす「道具としての予測可能性」の崩壊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https://qiita.com/otoyo0318/items/b92103091ff69d585c7b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Web上で公開される生成AIチャットボット5社の回答速度を比較！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https://zenn.dev/sapolas/articles/7e36aca3347e06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OpenAIとAnthropicが2026年6月12日に発表した内容から、企業のAI導入に必要な要素を整理します。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https://zenn.dev/kenta_kadowaki/articles/56d3a502356202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StableDiffusionでLoraを使う（コードから使う）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https://zenn.dev/mlboydaisuke/articles/e56291d606e61348ff27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AIが詐欺師に『かんぴょう巻き？』と言い始めた話——Claude Artifactで詐欺電話撃退デモアプリを20分で作った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https://zenn.dev/miki_mini/articles/f5a0b85f84bbd6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自然言語によるLiveness Probe：/LPプロトコルを用いたAPI主導のLLM動的デバッグとセッション管理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https://zenn.dev/nozmat/articles/e414ab808ebc1e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普通の写真を一瞬で爆笑＆ノスタルジックな思い出に変える最強AIプロンプト3選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https://zenn.dev/saturday/articles/97f0f577d40e14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