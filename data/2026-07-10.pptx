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DnD-inc/items/52f4127e98f00b67a183" TargetMode="External"/><Relationship Id="rId3" Type="http://schemas.openxmlformats.org/officeDocument/2006/relationships/hyperlink" Target="https://qiita.com/SciCos/items/87cd7463b809e20023c2" TargetMode="External"/><Relationship Id="rId4" Type="http://schemas.openxmlformats.org/officeDocument/2006/relationships/hyperlink" Target="https://qiita.com/cromtech104/items/5d3a2f30446256ce9f9b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asu1109/items/e02eebbd0c2dc8533fe6" TargetMode="External"/><Relationship Id="rId3" Type="http://schemas.openxmlformats.org/officeDocument/2006/relationships/hyperlink" Target="https://qiita.com/sukimaengineer/items/b8b51f6d0dcfa7f61cf6" TargetMode="External"/><Relationship Id="rId4" Type="http://schemas.openxmlformats.org/officeDocument/2006/relationships/hyperlink" Target="https://qiita.com/unr/items/5d2815cb03ae267a47f5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ai_kou/items/1797face8a42515e0681" TargetMode="External"/><Relationship Id="rId3" Type="http://schemas.openxmlformats.org/officeDocument/2006/relationships/hyperlink" Target="https://qiita.com/abyo-software/items/caf8b82857f8eecd2e97" TargetMode="External"/><Relationship Id="rId4" Type="http://schemas.openxmlformats.org/officeDocument/2006/relationships/hyperlink" Target="https://qiita.com/mellowlaunch/items/7cc66879cad919437e8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eiichik_kk/items/bd5a86a1022670fdc7cc" TargetMode="External"/><Relationship Id="rId3" Type="http://schemas.openxmlformats.org/officeDocument/2006/relationships/hyperlink" Target="https://qiita.com/satouo/items/fbd89cf63c81514f65a9" TargetMode="External"/><Relationship Id="rId4" Type="http://schemas.openxmlformats.org/officeDocument/2006/relationships/hyperlink" Target="https://qiita.com/noissefnoc/items/9d7d02c85b67e869c623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ustVugg/colibri" TargetMode="External"/><Relationship Id="rId3" Type="http://schemas.openxmlformats.org/officeDocument/2006/relationships/hyperlink" Target="https://zenn.dev/aiasist/books/genai-rule-book" TargetMode="External"/><Relationship Id="rId4" Type="http://schemas.openxmlformats.org/officeDocument/2006/relationships/hyperlink" Target="https://qiita.com/mhamadajp/items/adcec6c735213c46c3c2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DnD-inc/items/52f4127e98f00b67a183" TargetMode="External"/><Relationship Id="rId3" Type="http://schemas.openxmlformats.org/officeDocument/2006/relationships/hyperlink" Target="https://qiita.com/SciCos/items/87cd7463b809e20023c2" TargetMode="External"/><Relationship Id="rId4" Type="http://schemas.openxmlformats.org/officeDocument/2006/relationships/hyperlink" Target="https://qiita.com/cromtech104/items/5d3a2f30446256ce9f9b" TargetMode="External"/><Relationship Id="rId5" Type="http://schemas.openxmlformats.org/officeDocument/2006/relationships/hyperlink" Target="https://zenn.dev/chemy_pvl/articles/gpu-hang-progress-monitorin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7788/articles/55241e1a0bd3be" TargetMode="External"/><Relationship Id="rId3" Type="http://schemas.openxmlformats.org/officeDocument/2006/relationships/hyperlink" Target="https://qiita.com/sinporwang1/items/f7ae1cb9aaabe552261d" TargetMode="External"/><Relationship Id="rId4" Type="http://schemas.openxmlformats.org/officeDocument/2006/relationships/hyperlink" Target="https://qiita.com/SciCos/items/0958877bead7b3f39b52" TargetMode="External"/><Relationship Id="rId5" Type="http://schemas.openxmlformats.org/officeDocument/2006/relationships/hyperlink" Target="https://qiita.com/fumotto/items/6aae9c83168e3d74a00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asu1109/items/e02eebbd0c2dc8533fe6" TargetMode="External"/><Relationship Id="rId3" Type="http://schemas.openxmlformats.org/officeDocument/2006/relationships/hyperlink" Target="https://qiita.com/sukimaengineer/items/b8b51f6d0dcfa7f61cf6" TargetMode="External"/><Relationship Id="rId4" Type="http://schemas.openxmlformats.org/officeDocument/2006/relationships/hyperlink" Target="https://qiita.com/unr/items/5d2815cb03ae267a47f5" TargetMode="External"/><Relationship Id="rId5" Type="http://schemas.openxmlformats.org/officeDocument/2006/relationships/hyperlink" Target="https://zenn.dev/ossudesu/articles/6c7068d3882893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proper_willet/articles/1925e7ebcb81db" TargetMode="External"/><Relationship Id="rId3" Type="http://schemas.openxmlformats.org/officeDocument/2006/relationships/hyperlink" Target="https://zenn.dev/digeon/articles/8ad3076bac6088" TargetMode="External"/><Relationship Id="rId4" Type="http://schemas.openxmlformats.org/officeDocument/2006/relationships/hyperlink" Target="https://zenn.dev/continuitymodel/articles/743a39ece6f295" TargetMode="External"/><Relationship Id="rId5" Type="http://schemas.openxmlformats.org/officeDocument/2006/relationships/hyperlink" Target="https://qiita.com/reiji-takeuchi/items/0219ebe02f52de5cece7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ai_kou/items/1797face8a42515e0681" TargetMode="External"/><Relationship Id="rId3" Type="http://schemas.openxmlformats.org/officeDocument/2006/relationships/hyperlink" Target="https://qiita.com/abyo-software/items/caf8b82857f8eecd2e97" TargetMode="External"/><Relationship Id="rId4" Type="http://schemas.openxmlformats.org/officeDocument/2006/relationships/hyperlink" Target="https://qiita.com/mellowlaunch/items/7cc66879cad919437e84" TargetMode="External"/><Relationship Id="rId5" Type="http://schemas.openxmlformats.org/officeDocument/2006/relationships/hyperlink" Target="https://qiita.com/aktsmm/items/7b92f95325893cb4e5a3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Skillselion/items/2fbd59e627a67fe9e25d" TargetMode="External"/><Relationship Id="rId3" Type="http://schemas.openxmlformats.org/officeDocument/2006/relationships/hyperlink" Target="https://qiita.com/rummy_p/items/b5cf4c9c40268cf75c4a" TargetMode="External"/><Relationship Id="rId4" Type="http://schemas.openxmlformats.org/officeDocument/2006/relationships/hyperlink" Target="https://qiita.com/aimakerlab/items/a4d62291dec8a1b2b126" TargetMode="External"/><Relationship Id="rId5" Type="http://schemas.openxmlformats.org/officeDocument/2006/relationships/hyperlink" Target="https://techstrong.ai/articles/the-openclaw-foundation-reining-in-a-viral-ai-agent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eiichik_kk/items/bd5a86a1022670fdc7cc" TargetMode="External"/><Relationship Id="rId3" Type="http://schemas.openxmlformats.org/officeDocument/2006/relationships/hyperlink" Target="https://qiita.com/satouo/items/fbd89cf63c81514f65a9" TargetMode="External"/><Relationship Id="rId4" Type="http://schemas.openxmlformats.org/officeDocument/2006/relationships/hyperlink" Target="https://qiita.com/noissefnoc/items/9d7d02c85b67e869c623" TargetMode="External"/><Relationship Id="rId5" Type="http://schemas.openxmlformats.org/officeDocument/2006/relationships/hyperlink" Target="https://qiita.com/199338miya/items/1cdbba93d4fe48278291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azu_techlog/items/0a6a3f730c159007ccbc" TargetMode="External"/><Relationship Id="rId3" Type="http://schemas.openxmlformats.org/officeDocument/2006/relationships/hyperlink" Target="https://zenn.dev/ai_kirishima/articles/86c340264ec34d" TargetMode="External"/><Relationship Id="rId4" Type="http://schemas.openxmlformats.org/officeDocument/2006/relationships/hyperlink" Target="https://qiita.com/chara-gida/items/4e6ebc8d1dab1ea84951" TargetMode="External"/><Relationship Id="rId5" Type="http://schemas.openxmlformats.org/officeDocument/2006/relationships/hyperlink" Target="https://zenn.dev/akazah/articles/a91de334a5e7d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ustVugg/colibri" TargetMode="External"/><Relationship Id="rId3" Type="http://schemas.openxmlformats.org/officeDocument/2006/relationships/hyperlink" Target="https://zenn.dev/aiasist/books/genai-rule-book" TargetMode="External"/><Relationship Id="rId4" Type="http://schemas.openxmlformats.org/officeDocument/2006/relationships/hyperlink" Target="https://qiita.com/mhamadajp/items/adcec6c735213c46c3c2" TargetMode="External"/><Relationship Id="rId5" Type="http://schemas.openxmlformats.org/officeDocument/2006/relationships/hyperlink" Target="https://zenn.dev/aiasist/articles/genai-tool-review-as-dependenc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aiasist/articles/genai-rule-operation-design" TargetMode="External"/><Relationship Id="rId3" Type="http://schemas.openxmlformats.org/officeDocument/2006/relationships/hyperlink" Target="https://zenn.dev/imkohenauser/articles/risks-of-llm-memory-personalization-in-japanese" TargetMode="External"/><Relationship Id="rId4" Type="http://schemas.openxmlformats.org/officeDocument/2006/relationships/hyperlink" Target="https://zenn.dev/every_ai_recipe/articles/email-reply-sound-like-you" TargetMode="External"/><Relationship Id="rId5" Type="http://schemas.openxmlformats.org/officeDocument/2006/relationships/hyperlink" Target="https://zenn.dev/every_ai_recipe/articles/pdf-summary-3-step-promp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okssusucha/items/1b2fd1a897bbd6a5f63b" TargetMode="External"/><Relationship Id="rId3" Type="http://schemas.openxmlformats.org/officeDocument/2006/relationships/hyperlink" Target="https://qiita.com/reiji-takeuchi/items/f439f5e203b97848e73d" TargetMode="External"/><Relationship Id="rId4" Type="http://schemas.openxmlformats.org/officeDocument/2006/relationships/hyperlink" Target="https://qiita.com/Rapls/items/79151c2e3c94cb9abf12" TargetMode="External"/><Relationship Id="rId5" Type="http://schemas.openxmlformats.org/officeDocument/2006/relationships/hyperlink" Target="https://qiita.com/Yushi88/items/7175268db0cb6124561c" TargetMode="External"/><Relationship Id="rId6" Type="http://schemas.openxmlformats.org/officeDocument/2006/relationships/hyperlink" Target="https://qiita.com/masykot582/items/436c240f02394f65fd80" TargetMode="External"/><Relationship Id="rId7" Type="http://schemas.openxmlformats.org/officeDocument/2006/relationships/hyperlink" Target="https://qiita.com/yureki_lab/items/319b739f6bb75720ea96" TargetMode="External"/><Relationship Id="rId8" Type="http://schemas.openxmlformats.org/officeDocument/2006/relationships/hyperlink" Target="https://qiita.com/mfuad16/items/0a5ca36a36963278c668" TargetMode="External"/><Relationship Id="rId9" Type="http://schemas.openxmlformats.org/officeDocument/2006/relationships/hyperlink" Target="https://qiita.com/nakatada-lab/items/4b28420f2f4f81fe2d24" TargetMode="External"/><Relationship Id="rId10" Type="http://schemas.openxmlformats.org/officeDocument/2006/relationships/hyperlink" Target="https://qiita.com/yamada-iknow/items/5e5ec4d5e96b12fbc75c" TargetMode="External"/><Relationship Id="rId11" Type="http://schemas.openxmlformats.org/officeDocument/2006/relationships/hyperlink" Target="https://qiita.com/mguozhen/items/5e861dfc70d96a08afe6" TargetMode="External"/><Relationship Id="rId12" Type="http://schemas.openxmlformats.org/officeDocument/2006/relationships/hyperlink" Target="https://qiita.com/kinamocchi_tech/items/342a0039a3517df9da3a" TargetMode="External"/><Relationship Id="rId13" Type="http://schemas.openxmlformats.org/officeDocument/2006/relationships/hyperlink" Target="https://qiita.com/ochtum/items/574f0436e72212bdaf42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news/ust-claude" TargetMode="External"/><Relationship Id="rId3" Type="http://schemas.openxmlformats.org/officeDocument/2006/relationships/hyperlink" Target="https://qiita.com/Tadataka_Takahashi/items/4b6916d774ce639c5754" TargetMode="External"/><Relationship Id="rId4" Type="http://schemas.openxmlformats.org/officeDocument/2006/relationships/hyperlink" Target="https://sbnyc.app/" TargetMode="External"/><Relationship Id="rId5" Type="http://schemas.openxmlformats.org/officeDocument/2006/relationships/hyperlink" Target="https://qiita.com/joule/items/a0f47e09ee4346331c0b" TargetMode="External"/><Relationship Id="rId6" Type="http://schemas.openxmlformats.org/officeDocument/2006/relationships/hyperlink" Target="https://qiita.com/Towa_ONGRKL/items/47b3bdc9f32e573ba657" TargetMode="External"/><Relationship Id="rId7" Type="http://schemas.openxmlformats.org/officeDocument/2006/relationships/hyperlink" Target="https://qiita.com/ha-te/items/45d982a8b3d5fc0da797" TargetMode="External"/><Relationship Id="rId8" Type="http://schemas.openxmlformats.org/officeDocument/2006/relationships/hyperlink" Target="https://qiita.com/maskot1977/items/9c524b0a7dbfb2581103" TargetMode="External"/><Relationship Id="rId9" Type="http://schemas.openxmlformats.org/officeDocument/2006/relationships/hyperlink" Target="https://news.ycombinator.com/item?id=48854066" TargetMode="External"/><Relationship Id="rId10" Type="http://schemas.openxmlformats.org/officeDocument/2006/relationships/hyperlink" Target="https://zenn.dev/citrus_fff/articles/8018d5df88a4af" TargetMode="External"/><Relationship Id="rId11" Type="http://schemas.openxmlformats.org/officeDocument/2006/relationships/hyperlink" Target="https://help.openai.com/en/articles/20001276-moving-to-the-new-chatgpt-desktop-app" TargetMode="External"/><Relationship Id="rId12" Type="http://schemas.openxmlformats.org/officeDocument/2006/relationships/hyperlink" Target="https://zenn.dev/axelspace/articles/12520cca4d2e63" TargetMode="External"/><Relationship Id="rId13" Type="http://schemas.openxmlformats.org/officeDocument/2006/relationships/hyperlink" Target="https://qiita.com/ha-te/items/4e0420ebe5a948667705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HanaleiMoon/items/98a681ed4a4c44664bde" TargetMode="External"/><Relationship Id="rId3" Type="http://schemas.openxmlformats.org/officeDocument/2006/relationships/hyperlink" Target="https://zenn.dev/every_ai_recipe/articles/ai-draft-review-3-checkpoints" TargetMode="External"/><Relationship Id="rId4" Type="http://schemas.openxmlformats.org/officeDocument/2006/relationships/hyperlink" Target="https://qiita.com/t_tanno/items/14a1c1757e7ab7c1fc2f" TargetMode="External"/><Relationship Id="rId5" Type="http://schemas.openxmlformats.org/officeDocument/2006/relationships/hyperlink" Target="https://qiita.com/yo-shie/items/bf78e3d2d511e5d72593" TargetMode="External"/><Relationship Id="rId6" Type="http://schemas.openxmlformats.org/officeDocument/2006/relationships/hyperlink" Target="https://lucid.earthpilot.ai" TargetMode="External"/><Relationship Id="rId7" Type="http://schemas.openxmlformats.org/officeDocument/2006/relationships/hyperlink" Target="https://zenn.dev/midking/books/fable5-koikoi-midking" TargetMode="External"/><Relationship Id="rId8" Type="http://schemas.openxmlformats.org/officeDocument/2006/relationships/hyperlink" Target="https://openai.com/index/gpt-5-6/" TargetMode="External"/><Relationship Id="rId9" Type="http://schemas.openxmlformats.org/officeDocument/2006/relationships/hyperlink" Target="https://openai.com/index/chatgpt-for-your-most-ambitious-work/" TargetMode="External"/><Relationship Id="rId10" Type="http://schemas.openxmlformats.org/officeDocument/2006/relationships/hyperlink" Target="https://qiita.com/fairy876/items/492e5b1f96570f802c6f" TargetMode="External"/><Relationship Id="rId11" Type="http://schemas.openxmlformats.org/officeDocument/2006/relationships/hyperlink" Target="https://zenn.dev/mskbhd/articles/fable-dismisses-sidehustle-hype" TargetMode="External"/><Relationship Id="rId12" Type="http://schemas.openxmlformats.org/officeDocument/2006/relationships/hyperlink" Target="https://qiita.com/yutaka520/items/1bf8523cf9784081c02f" TargetMode="External"/><Relationship Id="rId13" Type="http://schemas.openxmlformats.org/officeDocument/2006/relationships/hyperlink" Target="https://qiita.com/suzuki-navi/items/3d26daa1f655deace092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shotaro_tsuji/articles/4c5906fdaa07ad" TargetMode="External"/><Relationship Id="rId3" Type="http://schemas.openxmlformats.org/officeDocument/2006/relationships/hyperlink" Target="https://qiita.com/Synthorai/items/7b1cb1d96330d34bc0d6" TargetMode="External"/><Relationship Id="rId4" Type="http://schemas.openxmlformats.org/officeDocument/2006/relationships/hyperlink" Target="https://zenn.dev/sika7/articles/1ad923abc37079" TargetMode="External"/><Relationship Id="rId5" Type="http://schemas.openxmlformats.org/officeDocument/2006/relationships/hyperlink" Target="https://qiita.com/miyaguchi_kioku/items/bda82793a4ff09898668" TargetMode="External"/><Relationship Id="rId6" Type="http://schemas.openxmlformats.org/officeDocument/2006/relationships/hyperlink" Target="https://zenn.dev/kwunlokng/articles/i18nstack-launch-ja" TargetMode="External"/><Relationship Id="rId7" Type="http://schemas.openxmlformats.org/officeDocument/2006/relationships/hyperlink" Target="https://qiita.com/kiri_tech/items/0c9205aceae0f0a0c6d0" TargetMode="External"/><Relationship Id="rId8" Type="http://schemas.openxmlformats.org/officeDocument/2006/relationships/hyperlink" Target="https://qiita.com/kiri_tech/items/319634dc17042d791514" TargetMode="External"/><Relationship Id="rId9" Type="http://schemas.openxmlformats.org/officeDocument/2006/relationships/hyperlink" Target="https://qiita.com/kiri_tech/items/0776733101cb77266614" TargetMode="External"/><Relationship Id="rId10" Type="http://schemas.openxmlformats.org/officeDocument/2006/relationships/hyperlink" Target="https://qiita.com/kiri_tech/items/09632fe4eccacf6c452b" TargetMode="External"/><Relationship Id="rId11" Type="http://schemas.openxmlformats.org/officeDocument/2006/relationships/hyperlink" Target="https://qiita.com/ha-te/items/b49a79c79bbee9b46ff0" TargetMode="External"/><Relationship Id="rId12" Type="http://schemas.openxmlformats.org/officeDocument/2006/relationships/hyperlink" Target="https://qiita.com/rino_yume/items/d268afc9451a72b1b160" TargetMode="External"/><Relationship Id="rId13" Type="http://schemas.openxmlformats.org/officeDocument/2006/relationships/hyperlink" Target="https://zenn.dev/starling888888/articles/82c2a0452be19b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asykot582/items/7ea8a730769c82c33287" TargetMode="External"/><Relationship Id="rId3" Type="http://schemas.openxmlformats.org/officeDocument/2006/relationships/hyperlink" Target="https://zenn.dev/acntechjp/articles/672de8598dd268" TargetMode="External"/><Relationship Id="rId4" Type="http://schemas.openxmlformats.org/officeDocument/2006/relationships/hyperlink" Target="https://qiita.com/kazukisakai0129/items/aa8d2cda34aff2a20892" TargetMode="External"/><Relationship Id="rId5" Type="http://schemas.openxmlformats.org/officeDocument/2006/relationships/hyperlink" Target="https://qiita.com/emi_ndk/items/ac92702748130cd9ad0e" TargetMode="External"/><Relationship Id="rId6" Type="http://schemas.openxmlformats.org/officeDocument/2006/relationships/hyperlink" Target="https://tomesphere.com/atlas" TargetMode="External"/><Relationship Id="rId7" Type="http://schemas.openxmlformats.org/officeDocument/2006/relationships/hyperlink" Target="https://zenn.dev/h888s/articles/genai-ai-history" TargetMode="External"/><Relationship Id="rId8" Type="http://schemas.openxmlformats.org/officeDocument/2006/relationships/hyperlink" Target="https://qiita.com/suneo46/items/0fa36bb619ffef5ff7e3" TargetMode="External"/><Relationship Id="rId9" Type="http://schemas.openxmlformats.org/officeDocument/2006/relationships/hyperlink" Target="https://qiita.com/asayan_mana/items/59535723dafc06a8f701" TargetMode="External"/><Relationship Id="rId10" Type="http://schemas.openxmlformats.org/officeDocument/2006/relationships/hyperlink" Target="https://zenn.dev/every_ai_recipe/articles/ai-task-handoff-3-memos" TargetMode="External"/><Relationship Id="rId11" Type="http://schemas.openxmlformats.org/officeDocument/2006/relationships/hyperlink" Target="https://qiita.com/roiting/items/03342879e276ee3765d4" TargetMode="External"/><Relationship Id="rId12" Type="http://schemas.openxmlformats.org/officeDocument/2006/relationships/hyperlink" Target="https://zenn.dev/kazukisakai0129/books/bfb513d3736da1" TargetMode="External"/><Relationship Id="rId13" Type="http://schemas.openxmlformats.org/officeDocument/2006/relationships/hyperlink" Target="https://qiita.com/Nono3/items/4be1c8ae483ee1151a4c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ryu_it_engineer/articles/1b77ceca97a175" TargetMode="External"/><Relationship Id="rId3" Type="http://schemas.openxmlformats.org/officeDocument/2006/relationships/hyperlink" Target="https://qiita.com/dera_news_/items/902a7e0259adfe29289a" TargetMode="External"/><Relationship Id="rId4" Type="http://schemas.openxmlformats.org/officeDocument/2006/relationships/hyperlink" Target="https://zenn.dev/kosk_t/articles/ai-era-reading-with-ai-not-by-ai" TargetMode="External"/><Relationship Id="rId5" Type="http://schemas.openxmlformats.org/officeDocument/2006/relationships/hyperlink" Target="https://zenn.dev/schhrcat/articles/4589ce6feedfe1" TargetMode="External"/><Relationship Id="rId6" Type="http://schemas.openxmlformats.org/officeDocument/2006/relationships/hyperlink" Target="https://qiita.com/Ishibashi_Tomoya/items/ff14dac3455318a61d52" TargetMode="External"/><Relationship Id="rId7" Type="http://schemas.openxmlformats.org/officeDocument/2006/relationships/hyperlink" Target="https://qiita.com/Yushi88/items/3d15d161ee703c3c941c" TargetMode="External"/><Relationship Id="rId8" Type="http://schemas.openxmlformats.org/officeDocument/2006/relationships/hyperlink" Target="https://zenn.dev/albatrosary/articles/2b4b560efe46d6" TargetMode="External"/><Relationship Id="rId9" Type="http://schemas.openxmlformats.org/officeDocument/2006/relationships/hyperlink" Target="https://qiita.com/akiralab/items/3d3f8d071b3ba72ddd4b" TargetMode="External"/><Relationship Id="rId10" Type="http://schemas.openxmlformats.org/officeDocument/2006/relationships/hyperlink" Target="https://qiita.com/yutowac/items/f30d5ffc71ce7358b13f" TargetMode="External"/><Relationship Id="rId11" Type="http://schemas.openxmlformats.org/officeDocument/2006/relationships/hyperlink" Target="https://qiita.com/furuse-kazufumi/items/40ba7cc91ac577274b74" TargetMode="External"/><Relationship Id="rId12" Type="http://schemas.openxmlformats.org/officeDocument/2006/relationships/hyperlink" Target="https://qiita.com/okssusucha/items/81738e4261f2841d40f8" TargetMode="External"/><Relationship Id="rId13" Type="http://schemas.openxmlformats.org/officeDocument/2006/relationships/hyperlink" Target="https://zenn.dev/every_ai_recipe/articles/ai-hallucination-check-3-questions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noda/items/88314af546a123e1660b" TargetMode="External"/><Relationship Id="rId3" Type="http://schemas.openxmlformats.org/officeDocument/2006/relationships/hyperlink" Target="https://qiita.com/masykot582/items/9f6b20eac5f8928a6d9e" TargetMode="External"/><Relationship Id="rId4" Type="http://schemas.openxmlformats.org/officeDocument/2006/relationships/hyperlink" Target="https://qiita.com/aipacommander/items/faba7f0674b7c7b0111d" TargetMode="External"/><Relationship Id="rId5" Type="http://schemas.openxmlformats.org/officeDocument/2006/relationships/hyperlink" Target="https://zenn.dev/ryu_it_engineer/articles/bbb46c18ea156f" TargetMode="External"/><Relationship Id="rId6" Type="http://schemas.openxmlformats.org/officeDocument/2006/relationships/hyperlink" Target="https://qiita.com/yutowac/items/87d6fce17caa7a9b72ee" TargetMode="External"/><Relationship Id="rId7" Type="http://schemas.openxmlformats.org/officeDocument/2006/relationships/hyperlink" Target="https://qiita.com/FlatkeyAI/items/64d6c10d182033d4c317" TargetMode="External"/><Relationship Id="rId8" Type="http://schemas.openxmlformats.org/officeDocument/2006/relationships/hyperlink" Target="https://zenn.dev/hironakamura_ai/articles/c162b3a96d0100" TargetMode="External"/><Relationship Id="rId9" Type="http://schemas.openxmlformats.org/officeDocument/2006/relationships/hyperlink" Target="https://zenn.dev/robobuncho/articles/b17d0322464f6b" TargetMode="External"/><Relationship Id="rId10" Type="http://schemas.openxmlformats.org/officeDocument/2006/relationships/hyperlink" Target="https://qiita.com/viuk/items/8852e2293353fc13e812" TargetMode="External"/><Relationship Id="rId11" Type="http://schemas.openxmlformats.org/officeDocument/2006/relationships/hyperlink" Target="https://zenn.dev/veteran/articles/dfd375bfddbeb3" TargetMode="External"/><Relationship Id="rId12" Type="http://schemas.openxmlformats.org/officeDocument/2006/relationships/hyperlink" Target="https://qiita.com/otoyo0318/items/648d1a4646d1bf88ce80" TargetMode="External"/><Relationship Id="rId13" Type="http://schemas.openxmlformats.org/officeDocument/2006/relationships/hyperlink" Target="https://qiita.com/torifukukaiou/items/d518184bbeb873901a65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oshinaga_slj/items/d243a77d295d021844fa" TargetMode="External"/><Relationship Id="rId3" Type="http://schemas.openxmlformats.org/officeDocument/2006/relationships/hyperlink" Target="https://qiita.com/Sato-310/items/821110f3048fb5ea69ca" TargetMode="External"/><Relationship Id="rId4" Type="http://schemas.openxmlformats.org/officeDocument/2006/relationships/hyperlink" Target="https://zenn.dev/sapolas/articles/7e36aca3347e06" TargetMode="External"/><Relationship Id="rId5" Type="http://schemas.openxmlformats.org/officeDocument/2006/relationships/hyperlink" Target="https://zenn.dev/kenta_kadowaki/articles/56d3a502356202" TargetMode="External"/><Relationship Id="rId6" Type="http://schemas.openxmlformats.org/officeDocument/2006/relationships/hyperlink" Target="https://zenn.dev/mlboydaisuke/articles/e56291d606e61348ff27" TargetMode="External"/><Relationship Id="rId7" Type="http://schemas.openxmlformats.org/officeDocument/2006/relationships/hyperlink" Target="https://zenn.dev/miki_mini/articles/f5a0b85f84bbd6" TargetMode="External"/><Relationship Id="rId8" Type="http://schemas.openxmlformats.org/officeDocument/2006/relationships/hyperlink" Target="https://zenn.dev/nozmat/articles/e414ab808ebc1e" TargetMode="External"/><Relationship Id="rId9" Type="http://schemas.openxmlformats.org/officeDocument/2006/relationships/hyperlink" Target="https://zenn.dev/saturday/articles/97f0f577d40e1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54864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AI ニュース日報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ED6F1"/>
                </a:solidFill>
              </a:rPr>
              <a:t>2026-07-10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5C1E9"/>
                </a:solidFill>
              </a:rPr>
              <a:t>総収集記事数：221 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本日のテーマ別サマリー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737360"/>
                <a:gridCol w="19202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件数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割合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IT運用・自動化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</a:rPr>
                        <a:t>9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RAG・検索基盤設計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</a:rPr>
                        <a:t>32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AIエージェント開発・運用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439AD"/>
                          </a:solidFill>
                        </a:rPr>
                        <a:t>76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29.8%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生成AI活用の現場実践・他社事例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</a:rPr>
                        <a:t>30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11.8%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AIガバナンス・セキュリティ・社内ルール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7E22"/>
                          </a:solidFill>
                        </a:rPr>
                        <a:t>16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6.3%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その他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8C8D"/>
                          </a:solidFill>
                        </a:rPr>
                        <a:t>92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36.1%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255 件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IT運用・自動化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AIチャットボットとは何か｜問い合わせ対応を自動化する仕組みと中小企業での始め方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https://qiita.com/DnD-inc/items/52f4127e98f00b67a183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AIチャットボットとは何か｜問い合わせ対応を自動化する仕組みと中小企業での始め方
&gt; 本記事は、株式会社DnD（https://dnd-inc.jp）のコラムを一部編集して掲載しています。
&gt; 初出: https://dnd-inc.jp/blog/ai-chatbot-inquiry-autom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GASでAI下書きの修正ログをSheetsに残す: 校務文面をそのまま使わないためのレビュー表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https://qiita.com/SciCos/items/87cd7463b809e20023c2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公開済みの技術ストックには、次の流れがあります。
&gt; 「GASでAIプロンプトの実行ログをSheetsに残す：校務下書きをあとから検証しやすくする最小構成」
&gt; 「GAS x Geminiで、校務の連絡文チェックを半自動化する」
&gt; 「GASで校務の『提出物チェック』を半自動化する: Gemi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AIにコードを直させるとき、「直させない範囲」はプロンプトじゃなくコードで守る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https://qiita.com/cromtech104/items/5d3a2f30446256ce9f9b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LLMにバグ修正をやらせる仕組みを作っていて、最初はプロンプトで「migrationファイルは触らないで」「自信がなければ直さないで」と書いていた。当然のように守られないことがある。数を捌いていると、たまに関係ないファイルまで書き換えたPRが出てくるし、情報が足りないチケットにも無理やり答えを返し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RAG・検索基盤設計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LLMの出力が安定しないと悩むエンジニアへ。コンテキストの設計で挙動をコントロールできるようになる一冊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https://qiita.com/yasu1109/items/e02eebbd0c2dc8533fe6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プロンプトを工夫してもLLMの出力が安定しない、RAGを使っても精度が上がらない——それはコンテキストの設計が問題であることが多い。LLMに何を渡すかを体系的に考えられるようになれば、アプリケーションの品質は大きく変わる。
プロンプトだけ磨いても限界がある理由
LLMベースのアプリ開発に取り組ん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ローカルLLMをSV/UVM用に育てる（実践編）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https://qiita.com/sukimaengineer/items/b8b51f6d0dcfa7f61cf6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---
はじめに
このシリーズでは、ローカル LLM を SV/UVM 用に育てるための調査や構想を書いてきました。
| 記事 | 主な内容 |
|---|---|
| RAG と LoRA を試す前の調査メモ | 手法の整理 |
| 続編 ― エージェント・自己修正・高度な RAG/推論戦略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RAGパイプライン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https://qiita.com/unr/items/5d2815cb03ae267a47f5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RAG は「ラグ」と呼ばれていますが、Retrieval-Augmented Generation (検索拡張生成) の略です。
データ取り込み時
1. データ取り込み時
2. チャンキング
3. エンべディング
4. ベクトルDB格納
検索時
5. クエリ処理
6. 検索
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AIエージェント開発・運用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convertToModelMessagesの非同期化、型なしだと壊れたまま動いていた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https://qiita.com/kai_kou/items/1797face8a42515e0681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Vercel AI SDK（ パッケージ）は npm 週間ダウンロード数 1,514万件（2026-06-29〜07-05・npm公式レジストリAPI実測）のTypeScript向けAIツールキットです[^1]。メジャーバージョン6でエージェント抽象化  が追加された一方、地味だが実害の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AIに「人間基準の生産性」を捨てさせたら、222日で12,499コミット・224リポジトリになった — Claude Code運用の実測記録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https://qiita.com/abyo-software/items/caf8b82857f8eecd2e97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TL;DR
- 1 人 + Claude Code で 2025-12 〜 2026-07-10 (222 日) に 12,499 コミット / 224 リポジトリ / コード 1,156 万行 (うち Rust 256 万行) を出した実測記録です (測定方法は文末)
- 一番効いたのは技術では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Codex ~ AIエージェント時代のソフトウェア設計：ハルシネーションと不整合の制御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https://qiita.com/mellowlaunch/items/7cc66879cad919437e84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!3-4 ハルシネーションと不整合の制御.png
📚 関連書籍
※この記事は書籍の一部をベースに再構成しています。もう少し踏み込んだ内容（設計や具体例）は書籍の中でまとめているので、気になる方はそちらもどうぞ。
「ゼロから触ってわかった！Codex - AIエージェント時代のソフトウェア設計」
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生成AI活用の現場実践・他社事例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社員がAIを安全に使える環境を整える　運用ガイドラインと社内教育の作り方【法人向けAI安全活用ガイド #3】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https://qiita.com/keiichik_kk/items/bd5a86a1022670fdc7cc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&gt; 連載：法人向けAI安全活用ガイド 初級編（全3回）
&gt; - 1 会社でAIを使う前に知っておくべきこと　情報漏洩リスクと社内ルールの作り方
&gt; - 2 AIツール導入時に確認すべき契約・規約のポイント
&gt; - 3 社員がAIを安全に使える環境を整える　運用ガイドラインと社内教育の作り方 ← 今こ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【完全版】システム開発現場のClaude導入・活用ガイド：エコシステムの全貌から実践レベルのハックまで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https://qiita.com/satouo/items/fbd89cf63c81514f65a9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「AIを開発に導入したいが、ただのチャットボットとしてしか使われていない」
「GitHub Copilotなどの補完ツールは入れたが、要件定義やアーキテクチャ設計といった上流工程の生産性が上がらない」
いま、多くの開発現場がこのような課題に直面している。そんな中、圧倒的なコーディング能力と長文理解力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いち受託開発現場での生成AI活用の現在地: 2026年上期 「AIで作ったのでシステム化お願いします」編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https://qiita.com/noissefnoc/items/9d7d02c85b67e869c623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:::note info
この記事は Qiita Tech Festa 2026 の投稿記事かつ いち受託開発現場での生成AI活用の現在地: 2025年版 の続編になります。
:::
はじめに：「昔から変わっていない」問題が加速・膨張した話
LLM によって昔からずっと存在していた 「システム開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AIガバナンス・セキュリティ・社内ルール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[HackerNews]  </a:t>
            </a:r>
            <a:r>
              <a:rPr sz="1200" b="1">
                <a:solidFill>
                  <a:srgbClr val="FFFFFF"/>
                </a:solidFill>
              </a:rPr>
              <a:t>Show HN: Getting GLM 5.2 running on my slow computer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https://github.com/JustVugg/colibri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 few days ago I found myself trying out GLM 5.2 and was really positively impressed. The capabilities and security I was getting from this LLM are 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禁止しない生成AIルール</a:t>
            </a:r>
            <a:r>
              <a:rPr sz="900">
                <a:solidFill>
                  <a:srgbClr val="7F8C8D"/>
                </a:solidFill>
              </a:rPr>
              <a:t>  (2026-07-08)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https://zenn.dev/aiasist/books/genai-rule-book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「AIのルール、作っておいて」と言われて困っている人へ。禁止でも野放しでもない“受け皿”という発想で、中小企業が現実に運用できる生成AIの社内ルールを、専門知識なしで組み立てるための考え方を解説し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「AIに機密情報を入れない」で止まっている企業の危うさ</a:t>
            </a:r>
            <a:r>
              <a:rPr sz="900">
                <a:solidFill>
                  <a:srgbClr val="7F8C8D"/>
                </a:solidFill>
              </a:rPr>
              <a:t>  (2026-07-08)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https://qiita.com/mhamadajp/items/adcec6c735213c46c3c2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生成AIの業務利用が広がる中で、多くの企業はいまだに「AIに機密情報を入れないでください」という注意喚起にとどまっています。
入口としては間違っていません。
しかし、IT技術者、情シス、セキュリティ担当者の視点では、それだけではかなり危うい対応です。
なぜなら、企業はすでにメール、チャット、グ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AIチャットボットとは何か｜問い合わせ対応を自動化する仕組みと中小企業での始め方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https://qiita.com/DnD-inc/items/52f4127e98f00b67a183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AIチャットボットとは何か｜問い合わせ対応を自動化する仕組みと中小企業での始め方
&gt; 本記事は、株式会社DnD（https://dnd-inc.jp）のコラムを一部編集して掲載しています。
&gt; 初出: https://dnd-inc.jp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GASでAI下書きの修正ログをSheetsに残す: 校務文面をそのまま使わないためのレビュー表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https://qiita.com/SciCos/items/87cd7463b809e20023c2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公開済みの技術ストックには、次の流れがあります。
&gt; 「GASでAIプロンプトの実行ログをSheetsに残す：校務下書きをあとから検証しやすくする最小構成」
&gt; 「GAS x Geminiで、校務の連絡文チェックを半自動化する」
&gt;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AIにコードを直させるとき、「直させない範囲」はプロンプトじゃなくコードで守る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https://qiita.com/cromtech104/items/5d3a2f30446256ce9f9b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LLMにバグ修正をやらせる仕組みを作っていて、最初はプロンプトで「migrationファイルは触らないで」「自信がなければ直さないで」と書いていた。当然のように守られないことがある。数を捌いていると、たまに関係ないファイルまで書き換えた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nvidia-smiは正常なのにGPUが16時間ハング：進捗監視がなかった話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https://zenn.dev/chemy_pvl/articles/gpu-hang-progress-monitoring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プロセスは生きている。GPUも見えている。APIも応答する。それでも16時間、成果物は1件も増えていませんでした。
ラボのGPUノード(RTX 4090クラス)で動かしていたローカルLLM実行系がハングし、状態系の監視はほぼすべて正常を返し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1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ループエンジニアリング入門 ── AIエージェント時代の「反復的自動化」を設計する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https://zenn.dev/7788/articles/55241e1a0bd3be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 ── なぜ「ループ」が設計対象になったのか
「ループエンジニアリング（Loop Engineering）」とは、システムが状態を観測し、判断し、行動し、その結果を評価して次の判断に反映する 反復的な制御サイクル を、明示的な設計対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Muse Image技術解説：エージェンティックアーキテクチャがAI画像生成をどう変えるか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https://qiita.com/sinporwang1/items/f7ae1cb9aaabe552261d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!cover-muse-qiita.png
AI画像生成をプロダクション環境で運用したことのある開発者なら、共通の課題を経験しているはずです。モデルは美しい画像を生成しますが、テキストは文字化けし、データは捏造され、QRコードは読み取れ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GASで校務の「提出物チェック」を半自動化する: Gemini APIで未提出者への連絡文も作る</a:t>
            </a:r>
            <a:r>
              <a:rPr sz="900">
                <a:solidFill>
                  <a:srgbClr val="7F8C8D"/>
                </a:solidFill>
              </a:rPr>
              <a:t>  (2026-07-08)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https://qiita.com/SciCos/items/0958877bead7b3f39b52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この記事で作るもの
Google スプレッドシート上の提出物一覧から、未提出者を抽出し、担任・担当者向けの確認用シートを作ります。さらに Google Apps Script から Gemini API を呼び出し、未提出者へ送る連絡文の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Document-Sites-Crawler-for-RAG を作ってみた — RAG(特にNotebookLM)向けに技術ドキュメントをクロール・整形するツー…</a:t>
            </a:r>
            <a:r>
              <a:rPr sz="900">
                <a:solidFill>
                  <a:srgbClr val="7F8C8D"/>
                </a:solidFill>
              </a:rPr>
              <a:t>  (2026-07-07)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https://qiita.com/fumotto/items/6aae9c83168e3d74a00f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1. はじめに
NotebookLM や自前の RAG パイプラインに 公式ドキュメントを取り込みたい。
でも現実は前処理が面倒。
そこで「公式リファレンスを NotebookLM に読み込ませるための前処理を自動化したい」と考え、本ツ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LLMの出力が安定しないと悩むエンジニアへ。コンテキストの設計で挙動をコントロールできるようになる一冊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https://qiita.com/yasu1109/items/e02eebbd0c2dc8533fe6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プロンプトを工夫してもLLMの出力が安定しない、RAGを使っても精度が上がらない——それはコンテキストの設計が問題であることが多い。LLMに何を渡すかを体系的に考えられるようになれば、アプリケーションの品質は大きく変わる。
プロンプトだけ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ローカルLLMをSV/UVM用に育てる（実践編）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https://qiita.com/sukimaengineer/items/b8b51f6d0dcfa7f61cf6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---
はじめに
このシリーズでは、ローカル LLM を SV/UVM 用に育てるための調査や構想を書いてきました。
| 記事 | 主な内容 |
|---|---|
| RAG と LoRA を試す前の調査メモ | 手法の整理 |
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RAGパイプライン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https://qiita.com/unr/items/5d2815cb03ae267a47f5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RAG は「ラグ」と呼ばれていますが、Retrieval-Augmented Generation (検索拡張生成) の略です。
データ取り込み時
1. データ取り込み時
2. チャンキング
3. エンべディング
4. ベクトル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介護士がAIエージェントを作ってみた（ローカル・無料・道具を使い分けるAI）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https://zenn.dev/ossudesu/articles/6c7068d3882893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前回、介護のキャリア相談に答えるRAGアプリを作りました。今回はその次のステップとして、「AIエージェント」を作ってみた記録です。
私は介護福祉士として14年働きながら、AIエンジニアへの転職を目指して勉強中です。専門家ではないの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23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AIエージェントの記憶をどう設計するか2026：選択的記憶と二層メモリ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https://zenn.dev/proper_willet/articles/1925e7ebcb81db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TL;DR
AIエージェントのメモリは、「全部覚える」より「何を覚えないか」を先に決めたほうが安定します。
2026年時点では、会話要約、ベクトル検索、hot/cold の二層メモリ、選択的メモリを分けて考えるのが実装しやすいです。
長期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RAGの温度感・メリットを理解しよう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https://zenn.dev/digeon/articles/8ad3076bac6088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RAGとは、AIに外付けの知識を与える手法の一つです。検索拡張生成(Retrieval-Augmented Generation)とも呼ばれます。
RAGを用いることで、AIの専門家でないエンジニアでも、AIの回答能力に干渉できる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RAGをDXの中心に置く幻想をそろそろやめる</a:t>
            </a:r>
            <a:r>
              <a:rPr sz="900">
                <a:solidFill>
                  <a:srgbClr val="7F8C8D"/>
                </a:solidFill>
              </a:rPr>
              <a:t>  (2026-07-08)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https://zenn.dev/continuitymodel/articles/743a39ece6f295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RAGをDXの中心に置く幻想をそろそろやめる
RAGが悪いわけではない。
最初にそこははっきりさせておきたい。
RAGは便利である。
社内文書を探す。
FAQを参照する。
規程や手順書から該当箇所を探す。
過去の資料から関連しそうな情報を拾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生成AIパスポート対策問題集をUdemyで公開しています｜全240問・2026年シラバス対応</a:t>
            </a:r>
            <a:r>
              <a:rPr sz="900">
                <a:solidFill>
                  <a:srgbClr val="7F8C8D"/>
                </a:solidFill>
              </a:rPr>
              <a:t>  (2026-07-08)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https://qiita.com/reiji-takeuchi/items/0219ebe02f52de5cece7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生成AIパスポート試験の対策教材として、Udemyにて模擬問題集コースを公開しています。
本記事では講座の内容をご紹介します。記事の末尾に期間限定の受講クーポンを掲載していますので、興味のある方はぜひご覧ください。
---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convertToModelMessagesの非同期化、型なしだと壊れたまま動いていた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https://qiita.com/kai_kou/items/1797face8a42515e0681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Vercel AI SDK（ パッケージ）は npm 週間ダウンロード数 1,514万件（2026-06-29〜07-05・npm公式レジストリAPI実測）のTypeScript向けAIツールキットです[^1]。メジャーバージョ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AIに「人間基準の生産性」を捨てさせたら、222日で12,499コミット・224リポジトリになった — Claude Code運用の実測記録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https://qiita.com/abyo-software/items/caf8b82857f8eecd2e97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TL;DR
- 1 人 + Claude Code で 2025-12 〜 2026-07-10 (222 日) に 12,499 コミット / 224 リポジトリ / コード 1,156 万行 (うち Rust 256 万行) を出した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Codex ~ AIエージェント時代のソフトウェア設計：ハルシネーションと不整合の制御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https://qiita.com/mellowlaunch/items/7cc66879cad919437e84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!3-4 ハルシネーションと不整合の制御.png
📚 関連書籍
※この記事は書籍の一部をベースに再構成しています。もう少し踏み込んだ内容（設計や具体例）は書籍の中でまとめているので、気になる方はそちらもどうぞ。
「ゼロから触ってわかった！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GPT-5.6 は何が変わった？ Luna / Terra / Sol の違いと実務での選び方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https://qiita.com/aktsmm/items/7b92f95325893cb4e5a3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GPT-5.6 は何が変わった？ Luna / Terra / Sol の違いと実務での選び方
こんにちは、新モデルが出るたびに「結局どれを選べばいいの？」から調べ始めるアーキテクトのやまぱん！です 😅
2026/07/09、OpenA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55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MCPレジストリ2026年比較:公式は1つ、巨大なのも1つ、でも「どれを入れるべきか」に答えられるのはごくわずか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https://qiita.com/Skillselion/items/2fbd59e627a67fe9e25d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深夜1時、Postgres用のMCPサーバーが必要になったとします。欲しいのはPostgres用MCPサーバーの「一覧」ではなく、実際に動かすべき「1つ」です。ディレクトリを5つ調べると、5つの違う答えが返ってきます。アルファベット順のも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AGENTS.mdには何を書くべき？その2 〜4モデル×330実験で検証〜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https://qiita.com/rummy_p/items/b5cf4c9c40268cf75c4a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本記事の概要と背景
AGENTS.md の書き方の議論は、経験則が中心になりがちな気がする。
- 「長く書くと重要な指示が希釈されるから、短く保つべき」
- 「上位モデルなら勝手にコードベースを理解するから、ほとんど書かなくていい」
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Vibe Coding（v0 / Lovable / Bolt / Cursor / Claude Code）で\"一発で通る\"プロンプトの型5選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https://qiita.com/aimakerlab/items/a4d62291dec8a1b2b126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v0 や Lovable、Bolt、Cursor、Claude Code で開発していて、「同じことを頼んでいるのに、通るときと盛大に破綻するときがある」と感じたことはないでしょうか。
差が出るのは、たいていツールの性能ではなくプロンプト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The OpenClaw Foundation: Reining in a Viral AI Agent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5"/>
              </a:rPr>
              <a:t>https://techstrong.ai/articles/the-openclaw-foundation-reining-in-a-viral-ai-agent/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The OpenClaw Foundation: Reining in a Viral AI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社員がAIを安全に使える環境を整える　運用ガイドラインと社内教育の作り方【法人向けAI安全活用ガイド #3】</a:t>
            </a:r>
            <a:r>
              <a:rPr sz="900">
                <a:solidFill>
                  <a:srgbClr val="7F8C8D"/>
                </a:solidFill>
              </a:rPr>
              <a:t>  (2026-07-10)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https://qiita.com/keiichik_kk/items/bd5a86a1022670fdc7cc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連載：法人向けAI安全活用ガイド 初級編（全3回）
&gt; - 1 会社でAIを使う前に知っておくべきこと　情報漏洩リスクと社内ルールの作り方
&gt; - 2 AIツール導入時に確認すべき契約・規約のポイント
&gt; - 3 社員がAIを安全に使え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【完全版】システム開発現場のClaude導入・活用ガイド：エコシステムの全貌から実践レベルのハックまで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https://qiita.com/satouo/items/fbd89cf63c81514f65a9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「AIを開発に導入したいが、ただのチャットボットとしてしか使われていない」
「GitHub Copilotなどの補完ツールは入れたが、要件定義やアーキテクチャ設計といった上流工程の生産性が上がらない」
いま、多くの開発現場がこのような課題に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いち受託開発現場での生成AI活用の現在地: 2026年上期 「AIで作ったのでシステム化お願いします」編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https://qiita.com/noissefnoc/items/9d7d02c85b67e869c623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:::note info
この記事は Qiita Tech Festa 2026 の投稿記事かつ いち受託開発現場での生成AI活用の現在地: 2025年版 の続編になります。
:::
はじめに：「昔から変わっていない」問題が加速・膨張した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非エンジニアがChatGPTと1年半、本気で業務改善してみた① 〜すべての始まり〜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https://qiita.com/199338miya/items/1cdbba93d4fe48278291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非エンジニアだった私が、ChatGPTをきっかけに業務改善へ取り組み、仕事の考え方が変わっていった1年半を振り返るシリーズです。
&gt; このシリーズでは、作ったツールやコードだけではなく、
&gt; 「なぜ改善しようと思ったのか」「どのように考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10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動いていた Bedrock の Claude が数分で使えなくなった — モデルアクセス有効化を CLI で完結する手順とハマりどころ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https://qiita.com/kazu_techlog/items/0a6a3f730c159007ccbc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TL;DR
この記事で扱うエラー:
- Amazon Bedrock の Anthropic モデルは、利用開始前に「use case フォーム提出」と「モデル提供契約（アグリーメント）締結」が必要。どちらもコンソール不要、CLI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AIに本を書かせたら、自己検証を素通りした欠陥が15件出てきた——「文脈を渡さない監査AI」の実測記録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https://zenn.dev/ai_kirishima/articles/86c340264ec34d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
本記事はAIチーム（Claude）が執筆し、人間のオーナーが承認して公開しています。人間によるリライトはありません。関与は方向づけ・承認・差し戻しのみです。
 TL;DR
AIチームでKindle本を一冊書いた。制作側のAIは3層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Google Workspace Studioでレシート画像から自動家計簿を作ってみた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https://qiita.com/chara-gida/items/4e6ebc8d1dab1ea84951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!ChatGPT Image 2026年7月9日 123748.png
はじめに
今回から、個人的に Google Workspace StudioでDX100連（仮） 的なことをやっていこうと思います。
その1本目として、今回は レシ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AIに"うっかり"個人情報を送らないように…「ダブルチェック」をブラウザ内で — Prompt Anonymizer を公開しました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https://zenn.dev/akazah/articles/a91de334a5e7db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顧客対応メールの下書き、問い合わせログの要約、契約書のレビュー —
LLM が本当に役に立つ場面ほど、テキストには人名・電話番号・住所が
入っています。
多くのチームには既にルールがあります —「顧客データや個人情報を
ChatG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Show HN: Getting GLM 5.2 running on my slow computer</a:t>
            </a:r>
            <a:r>
              <a:rPr sz="900">
                <a:solidFill>
                  <a:srgbClr val="7F8C8D"/>
                </a:solidFill>
              </a:rPr>
              <a:t>  (2026-07-09)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2"/>
              </a:rPr>
              <a:t>https://github.com/JustVugg/colibri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 few days ago I found myself trying out GLM 5.2 and was really positively impressed. The capabilities and security I 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禁止しない生成AIルール</a:t>
            </a:r>
            <a:r>
              <a:rPr sz="900">
                <a:solidFill>
                  <a:srgbClr val="7F8C8D"/>
                </a:solidFill>
              </a:rPr>
              <a:t>  (2026-07-08)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https://zenn.dev/aiasist/books/genai-rule-book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AIのルール、作っておいて」と言われて困っている人へ。禁止でも野放しでもない“受け皿”という発想で、中小企業が現実に運用できる生成AIの社内ルールを、専門知識なしで組み立てるための考え方を解説し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「AIに機密情報を入れない」で止まっている企業の危うさ</a:t>
            </a:r>
            <a:r>
              <a:rPr sz="900">
                <a:solidFill>
                  <a:srgbClr val="7F8C8D"/>
                </a:solidFill>
              </a:rPr>
              <a:t>  (2026-07-08)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https://qiita.com/mhamadajp/items/adcec6c735213c46c3c2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生成AIの業務利用が広がる中で、多くの企業はいまだに「AIに機密情報を入れないでください」という注意喚起にとどまっています。
入口としては間違っていません。
しかし、IT技術者、情シス、セキュリティ担当者の視点では、それだけではかなり危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AIツールの社内審査は「依存ライブラリの選定」と同じ枠組みで考えられる</a:t>
            </a:r>
            <a:r>
              <a:rPr sz="900">
                <a:solidFill>
                  <a:srgbClr val="7F8C8D"/>
                </a:solidFill>
              </a:rPr>
              <a:t>  (2026-07-08)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https://zenn.dev/aiasist/articles/genai-tool-review-as-dependency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前回、生成AIの社内ルールで「ツール申請を Pull Request として設計する」という話を書きました。今回はその続きで、レビュアーは何を見てApproveするのか、つまりAIツールの審査基準の話をします。
結論から言うと、この審査は新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生成AIの社内ルールを「禁止リスト」で終わらせないための運用設計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https://zenn.dev/aiasist/articles/genai-rule-operation-design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中小企業で、生成AIの社内ルール整備を設計・運用してきました。
その経験から言えるのは、生成AIのルール作りは「何を禁止するか」を並べる作業ではなく、運用できるシステムを設計する仕事だということです。この記事では、実装やツールの話ではなく、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 パーソナライズ設定「メモリー」の日本語特有のリスク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https://zenn.dev/imkohenauser/articles/risks-of-llm-memory-personalization-in-japanes…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TL;DR
日本語の文体がLLMの「メモリー」に残ると属性推定や応答方針の偏りにつながるため、文体の好みは能力や年齢の推定から切り離し、文脈別に扱う必要があります。
 はじめに
LLMのパーソナライズ機能は、利用者にとって便利な仕組みです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メール返信のAI感が消えない理由と、Few-shotで文体を寄せる運用</a:t>
            </a:r>
            <a:r>
              <a:rPr sz="900">
                <a:solidFill>
                  <a:srgbClr val="7F8C8D"/>
                </a:solidFill>
              </a:rPr>
              <a:t>  (2026-07-06)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https://zenn.dev/every_ai_recipe/articles/email-reply-sound-like-you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TL;DR
「丁寧に返信して」のような指示文だけでLLMにメール返信を書かせると、モデルが安全側に倒した定型敬語に寄りやすく、自分の文体からズレた「AI感」のある文章になる
自分が過去に書いた実メールを1〜2通、Few-shot例としてプ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長文要約で数字が消える原因は「Lost in the Middle」、3分割プロンプトで対処する</a:t>
            </a:r>
            <a:r>
              <a:rPr sz="900">
                <a:solidFill>
                  <a:srgbClr val="7F8C8D"/>
                </a:solidFill>
              </a:rPr>
              <a:t>  (2026-07-05)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https://zenn.dev/every_ai_recipe/articles/pdf-summary-3-step-prompt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TL;DR
長い資料をLLMに一発で要約させると、途中に埋もれた数値や条件が抜け落ちやすい。原因は「Lost in the Middle」と呼ばれる、入力中盤の情報を軽視しやすいLLMの構造的傾向
対策として、1回の要約依頼を「全体構造把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(1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744BのGLM-5.2を25GBのRAMで動かすcolibri、エキスパートをディスクから流す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https://qiita.com/okssusucha/items/1b2fd1a897bbd6a5f63b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G検定（JDLA）対策問題集をUdemyで公開しています｜全450問・2026年試験対応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https://qiita.com/reiji-takeuchi/items/f439f5e203b97848e73d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LLMの返答を画面に出す前の、出力インジェクション対策チェックリスト【WordPressプラグイン】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https://qiita.com/Rapls/items/79151c2e3c94cb9abf12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生成的推薦:推薦を"特徴量設計"から"次の商品を当てる言語モデル"へ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https://qiita.com/Yushi88/items/7175268db0cb6124561c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 26-07-07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https://qiita.com/masykot582/items/436c240f02394f65fd80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 の Message Batches API で大量リクエストを半額・非同期処理する実装手順 — ポーリングと custom_id 突合の…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https://qiita.com/yureki_lab/items/319b739f6bb75720ea96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CodexのAppshotが便利すぎたので、Claude用にメニューバーアプリを作った話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https://qiita.com/mfuad16/items/0a5ca36a36963278c668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 パラメータを増やさずにLLMの深度利用効率を改善する — 深度制御によるTransformer安定化実験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https://qiita.com/nakatada-lab/items/4b28420f2f4f81fe2d24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ナレッジ83件を2時間で作った。でも腐るのは、もっと速かった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https://qiita.com/yamada-iknow/items/5e5ec4d5e96b12fbc75c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最も賢いモデルが負けた——2026年、AIモデル競争の軸が動いた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https://qiita.com/mguozhen/items/5e861dfc70d96a08afe6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GPT-5.6 とは？OpenAI公式発表を3分で速報解説（Sol/Terra/Luna）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https://qiita.com/kinamocchi_tech/items/342a0039a3517df9da3a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AIに聞く前に猫を吸え：ChatGPT時代のエラー調査術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https://qiita.com/ochtum/items/574f0436e72212bdaf42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(2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UST is bringing Claude to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https://www.anthropic.com/news/ust-claude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Gemini API の Computer Use を Google Colab で動かす - Wikipedia検索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https://qiita.com/Tadataka_Takahashi/items/4b6916d774ce639c5754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I built a free app for New Yorkers to save money on groceries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https://sbnyc.app/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Scaled Dot-Product AttentionのScaleの意味について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https://qiita.com/joule/items/a0f47e09ee4346331c0b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ChatGPTにTransformerの仕組みを聞いてたら「直接パラメーター上書きすればいいじゃん」と思いついて、AIに「沈黙」を教えるまで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https://qiita.com/Towa_ONGRKL/items/47b3bdc9f32e573ba657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AIは「あなたの味方」であろうとしすぎる ― Sycophancy(迎合)の正体はKPI最適化【LLMと上手く付き合う連載 #4】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https://qiita.com/ha-te/items/45d982a8b3d5fc0da797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データが信頼をつくる ― 多文化共生と政策評価を経済学で考える : Pythonで学ぶ マクロ経済学入門 (97)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https://qiita.com/maskot1977/items/9c524b0a7dbfb2581103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Ask HN: What are you running locally on your machine with LLMs?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https://news.ycombinator.com/item?id=48854066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AIにコードレビューを頼むとき、差分だけ貼っていませんか？——「渡し方」で精度が変わる実務テンプレートの話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https://zenn.dev/citrus_fff/articles/8018d5df88a4af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New ChatGPT desktop app combines Chat, Work, and Codex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https://help.openai.com/en/articles/20001276-moving-to-the-new-chatgpt-desktop-a…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ChatGPTとClaudeの非アクティブアカウントを棚卸しする方法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https://zenn.dev/axelspace/articles/12520cca4d2e63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AIは会話が長引くほど「腐る」 ― Context Rotと、話題ごとにチャットを分ける理由【LLMと上手く付き合う連載 #3】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https://qiita.com/ha-te/items/4e0420ebe5a948667705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(3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プロンプトだけでiOS純正アプリ級のUIを作る〜Fable × Claude Designで社内トークアプリをデザイン〜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https://qiita.com/HanaleiMoon/items/98a681ed4a4c44664bde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LLMの下書きレビューで自己申告が効く範囲と、外部文脈の欠落だけは検出できない理由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https://zenn.dev/every_ai_recipe/articles/ai-draft-review-3-checkpoints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GenesisをWSL2で動かす:『Cannot find matching vulkan UUID for GPU』の原因と回避策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https://qiita.com/t_tanno/items/14a1c1757e7ab7c1fc2f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マニュアルを取り込むと、出典付きで答える。自社SaaS「マニュアルさん」を公開しました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https://qiita.com/yo-shie/items/bf78e3d2d511e5d72593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I built a web tool to see and edit what an AI thinks before it ans…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https://lucid.earthpilot.ai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AIと一緒に自作アプリ — Fable 5と花札ゲームを作る完全手順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https://zenn.dev/midking/books/fable5-koikoi-midking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GPT-5.6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https://openai.com/index/gpt-5-6/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ChatGPT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https://openai.com/index/chatgpt-for-your-most-ambitious-work/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AIとの関わりで気付いた「違和感」の正体【高校生の開発雑記001】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https://qiita.com/fairy876/items/492e5b1f96570f802c6f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「AIに丸投げすれば副業で勝てる」系の話をFableに聞いてみたら、一蹴されたあと一応考えてくれた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https://zenn.dev/mskbhd/articles/fable-dismisses-sidehustle-hype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ChatGPTとGitHub連携で、実装からPR作成まで任せてみた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https://qiita.com/yutaka520/items/1bf8523cf9784081c02f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同じ文章でもトークン数はモデルごとに違う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https://qiita.com/suzuki-navi/items/3d26daa1f655deace092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(4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AIを使ってソフトウェアを開発して得た感触2026夏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https://zenn.dev/shotaro_tsuji/articles/4c5906fdaa07ad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あなたの言語で最も安い LLM は？ トークナイザーのコストを実測した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https://qiita.com/Synthorai/items/7b1cb1d96330d34bc0d6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StepArgs DSLを実際に使ってみる — LLMとコードに読ませる4つのファイル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https://zenn.dev/sika7/articles/1ad923abc37079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OpenAIが発表した「ChatGPT Voice (GPT-Live)」がすごい。デモを日本語で全文紹介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https://qiita.com/miyaguchi_kioku/items/bda82793a4ff09898668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 モデルが繰り返す翻訳ミスに疲れたので、i18n ツールキット「i18nstack」を OSS で公開しました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https://zenn.dev/kwunlokng/articles/i18nstack-launch-ja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知識ゼロ人間がGeminiと壁打ちしてM5StackでIoTデバイスを作ったドキュメンタリー(3)実装とバグ修正編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https://qiita.com/kiri_tech/items/0c9205aceae0f0a0c6d0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知識ゼロ人間がGeminiと壁打ちしてM5StackでIoTデバイスを作ったドキュメンタリー(2)開発環境とバージョン地獄編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https://qiita.com/kiri_tech/items/319634dc17042d791514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知識ゼロ人間がGeminiと壁打ちしてM5StackでIoTデバイスを作ったドキュメンタリー(1)きっかけと環境構築編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https://qiita.com/kiri_tech/items/0776733101cb77266614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知識ゼロ人間がGeminiと壁打ちしてM5StackでIoTデバイスを作ったドキュメンタリー(4)AI協働開発の面白さと今後の展望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https://qiita.com/kiri_tech/items/09632fe4eccacf6c452b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AIは長文の「真ん中」を読み飛ばす ― Lost in the Middleを、設計で越える【LLMと上手く付き合う連載 #2】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https://qiita.com/ha-te/items/b49a79c79bbee9b46ff0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Zindi「A Step Ahead of Drought」の実装を組み直した話 ― TWS予測でベースラインから一歩抜けるために考えたこと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https://qiita.com/rino_yume/items/d268afc9451a72b1b160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生成AIで実現する、爆速じゃないけど理想の開発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https://zenn.dev/starling888888/articles/82c2a0452be19b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(5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 26-07-06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https://qiita.com/masykot582/items/7ea8a730769c82c33287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300万ビューを叩き出したAnthropicエンジニアの投稿:Claude Fable 5を動かす前に潰すべき"unknowns"とは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https://zenn.dev/acntechjp/articles/672de8598dd268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AIにコードを書かせる前に「実装メモ」を作ると失敗が減った話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https://qiita.com/kazukisakai0129/items/aa8d2cda34aff2a20892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Claudeの中に『意識っぽい何か』が見つかった。Anthropic自身が認めた『J-space』の正体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https://qiita.com/emi_ndk/items/ac92702748130cd9ad0e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I mapped 8.5M research papers into an interactive atlas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https://tomesphere.com/atlas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AIの歴史とは？3つのブームの流れ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https://zenn.dev/h888s/articles/genai-ai-history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「とりあえず投げる」から「ちゃんと指示する」へ ― AIプロンプトのコツまとめ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https://qiita.com/suneo46/items/0fa36bb619ffef5ff7e3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Gemini の thinking_level を変更しても、答えのある問題では差が出なかった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https://qiita.com/asayan_mana/items/59535723dafc06a8f701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LLMへの丸投げ依頼で手戻りが増える理由と、3段階メモによる条件付けの運用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https://zenn.dev/every_ai_recipe/articles/ai-task-handoff-3-memos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Cómo preparar una web para buscadores con inteligencia artificial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https://qiita.com/roiting/items/03342879e276ee3765d4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AIに振り回されないエンジニアの仕事術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https://zenn.dev/kazukisakai0129/books/bfb513d3736da1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Claude(ChatGPT) Desktop（Mac）で日本語入力の誤送信を止める — Enterで改行、Cmd+Enterで送信にする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https://qiita.com/Nono3/items/4be1c8ae483ee1151a4c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(6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AIの表が貼ると崩れるのは出力形式の問題。貼り先で解決する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https://zenn.dev/ryu_it_engineer/articles/1b77ceca97a175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dera AI Weekly Vol.35 — 2026/6/15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https://qiita.com/dera_news_/items/902a7e0259adfe29289a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AIに要約させた本、なぜ何も残らないのか ── AIに読ませるな、AIと読め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https://zenn.dev/kosk_t/articles/ai-era-reading-with-ai-not-by-ai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行列は「データの変換装置」だ ― SVDで理解する現代AIの数学（第1回）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https://zenn.dev/schhrcat/articles/4589ce6feedfe1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日本代表の敗因をGeminiにガチ分析させたら、営業の「失注原因」の真実に気づいた話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https://qiita.com/Ishibashi_Tomoya/items/ff14dac3455318a61d52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Liquid AI LFM2.5とは:230MのエッジAIがなぜ速いのか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https://qiita.com/Yushi88/items/3d15d161ee703c3c941c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生成AIは、ただ大きくすれば賢くなるのか？〜Scaling Laws の限界と、その先の研究潮流〜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https://zenn.dev/albatrosary/articles/2b4b560efe46d6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因果推論 Day 1／全30回 「アイスが売れると人が溺れる」は本当か — 相関が因果に化ける3つの罠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https://qiita.com/akiralab/items/3d3f8d071b3ba72ddd4b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ローカル LLM で英語も学べるシステムプロンプトに固定する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https://qiita.com/yutowac/items/f30d5ffc71ce7358b13f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 に「料理コンテスト」をさせたら、人類の記録を更新した ― でも審査員を甘くすると“ズル”をする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https://qiita.com/furuse-kazufumi/items/40ba7cc91ac577274b74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3ビットKVキャッシュは無損失か、TurboQuantを読む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https://qiita.com/okssusucha/items/81738e4261f2841d40f8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LLMのハルシネーションを貼る前に減らす、3段階セルフチェックの運用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https://zenn.dev/every_ai_recipe/articles/ai-hallucination-check-3-questions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(7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Copilot in Outlook / 有償ライセンス無しでもCopilot有償機能が使えるMicrosoftの戦略は（2026年7月現在）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https://qiita.com/mnoda/items/88314af546a123e1660b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 26-07-01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https://qiita.com/masykot582/items/9f6b20eac5f8928a6d9e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Gemini APIで問い合わせデータのラベル付けをしてみた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https://qiita.com/aipacommander/items/faba7f0674b7c7b0111d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AIへの丸投げをやめる。出力前に質問させるプロンプト設計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https://zenn.dev/ryu_it_engineer/articles/bbb46c18ea156f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爆速でローカル LLM の動かす方法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https://qiita.com/yutowac/items/87d6fce17caa7a9b72ee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画像生成 API を試す前に status/pricing/route をメモする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https://qiita.com/FlatkeyAI/items/64d6c10d182033d4c317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Hawkで作るNPUカーネル生成の3段ガード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https://zenn.dev/hironakamura_ai/articles/c162b3a96d0100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自作ゲームのAIによるプレイ検証-1 〜AIを効率化しすぎると従来型のプログラムと変わらなくなるのか？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https://zenn.dev/robobuncho/articles/b17d0322464f6b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LLMの基礎をまとめていこう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https://qiita.com/viuk/items/8852e2293353fc13e812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【IT業界25年目】ADHDポンコツエンジニアが推すAI時代も生き残れる開発言語ランキング Top５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https://zenn.dev/veteran/articles/dfd375bfddbeb3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LLM記述構文"MARI" Tips:システムペルソナ参照、青い奴らが大集合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https://qiita.com/otoyo0318/items/648d1a4646d1bf88ce80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生成AIにgit commitを頼むときのプロンプト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https://qiita.com/torifukukaiou/items/d518184bbeb873901a65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(8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AIに要約を5回繰り返させたら、元の文章はどこまで崩壊するのか（Claude vs GPT比較）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https://qiita.com/yoshinaga_slj/items/d243a77d295d021844fa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サッカー応援イラストをAI生成するプロンプト設計メモ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https://qiita.com/Sato-310/items/821110f3048fb5ea69ca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Web上で公開される生成AIチャットボット5社の回答速度を比較！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https://zenn.dev/sapolas/articles/7e36aca3347e06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OpenAIとAnthropicが2026年6月12日に発表した内容から、企業のAI導入に必要な要素を整理します。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https://zenn.dev/kenta_kadowaki/articles/56d3a502356202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StableDiffusionでLoraを使う（コードから使う）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https://zenn.dev/mlboydaisuke/articles/e56291d606e61348ff27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AIが詐欺師に『かんぴょう巻き？』と言い始めた話——Claude Artifactで詐欺電話撃退デモアプリを20分で作った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https://zenn.dev/miki_mini/articles/f5a0b85f84bbd6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自然言語によるLiveness Probe：/LPプロトコルを用いたAPI主導のLLM動的デバッグとセッション管理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https://zenn.dev/nozmat/articles/e414ab808ebc1e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普通の写真を一瞬で爆笑＆ノスタルジックな思い出に変える最強AIプロンプト3選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https://zenn.dev/saturday/articles/97f0f577d40e14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