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oirai/items/297308dcb48b8a637201" TargetMode="External"/><Relationship Id="rId3" Type="http://schemas.openxmlformats.org/officeDocument/2006/relationships/hyperlink" Target="https://qiita.com/DaokFrontier/items/0074e626fe852633658d" TargetMode="External"/><Relationship Id="rId4" Type="http://schemas.openxmlformats.org/officeDocument/2006/relationships/hyperlink" Target="https://qiita.com/suzukengo/items/3e161297bbe14492d96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ngchina/items/81b02c408b58ed8bdc15" TargetMode="External"/><Relationship Id="rId3" Type="http://schemas.openxmlformats.org/officeDocument/2006/relationships/hyperlink" Target="https://qiita.com/5_years_apart/items/494a6549ea2a4e56e564" TargetMode="External"/><Relationship Id="rId4" Type="http://schemas.openxmlformats.org/officeDocument/2006/relationships/hyperlink" Target="https://qiita.com/engchina/items/3372ac166139f53b988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igueiredoluiz/items/a601ace347f7ca125279" TargetMode="External"/><Relationship Id="rId3" Type="http://schemas.openxmlformats.org/officeDocument/2006/relationships/hyperlink" Target="https://qiita.com/keitah/items/508b18e5b7fd0b6b1afb" TargetMode="External"/><Relationship Id="rId4" Type="http://schemas.openxmlformats.org/officeDocument/2006/relationships/hyperlink" Target="https://qiita.com/hironakamura_ai/items/438e0b0d63ce3ad8199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iota/items/88427ca267693d814f61" TargetMode="External"/><Relationship Id="rId3" Type="http://schemas.openxmlformats.org/officeDocument/2006/relationships/hyperlink" Target="https://qiita.com/aiota/items/ef931fbe816aa2035d2e" TargetMode="External"/><Relationship Id="rId4" Type="http://schemas.openxmlformats.org/officeDocument/2006/relationships/hyperlink" Target="https://qiita.com/nogataka/items/6cd8c6ea583221e45de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i_kou/items/e0ad04a969c099086f51" TargetMode="External"/><Relationship Id="rId3" Type="http://schemas.openxmlformats.org/officeDocument/2006/relationships/hyperlink" Target="https://zenn.dev/factory_mo/articles/multi-ai-integration-layer" TargetMode="External"/><Relationship Id="rId4" Type="http://schemas.openxmlformats.org/officeDocument/2006/relationships/hyperlink" Target="https://qiita.com/higuuu/items/9920aac66420ecdd0a1c"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oirai/items/297308dcb48b8a637201" TargetMode="External"/><Relationship Id="rId3" Type="http://schemas.openxmlformats.org/officeDocument/2006/relationships/hyperlink" Target="https://qiita.com/DaokFrontier/items/0074e626fe852633658d" TargetMode="External"/><Relationship Id="rId4" Type="http://schemas.openxmlformats.org/officeDocument/2006/relationships/hyperlink" Target="https://qiita.com/suzukengo/items/3e161297bbe14492d962" TargetMode="External"/><Relationship Id="rId5" Type="http://schemas.openxmlformats.org/officeDocument/2006/relationships/hyperlink" Target="https://zenn.dev/safie_inc/articles/ba3f924a86e1f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aku-Inc/items/4393d3f006ef7af46d69" TargetMode="External"/><Relationship Id="rId3" Type="http://schemas.openxmlformats.org/officeDocument/2006/relationships/hyperlink" Target="https://zenn.dev/hach/articles/agent-tool-permission-design" TargetMode="External"/><Relationship Id="rId4" Type="http://schemas.openxmlformats.org/officeDocument/2006/relationships/hyperlink" Target="https://zenn.dev/yuya0408/articles/secom-defect-operations" TargetMode="External"/><Relationship Id="rId5" Type="http://schemas.openxmlformats.org/officeDocument/2006/relationships/hyperlink" Target="https://zenn.dev/continuitymodel/articles/71eb663f9090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ngchina/items/81b02c408b58ed8bdc15" TargetMode="External"/><Relationship Id="rId3" Type="http://schemas.openxmlformats.org/officeDocument/2006/relationships/hyperlink" Target="https://qiita.com/5_years_apart/items/494a6549ea2a4e56e564" TargetMode="External"/><Relationship Id="rId4" Type="http://schemas.openxmlformats.org/officeDocument/2006/relationships/hyperlink" Target="https://qiita.com/engchina/items/3372ac166139f53b988a" TargetMode="External"/><Relationship Id="rId5" Type="http://schemas.openxmlformats.org/officeDocument/2006/relationships/hyperlink" Target="https://zenn.dev/softbank/articles/fd550155b93ad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skbhd/articles/lab-075-refrag-realdata" TargetMode="External"/><Relationship Id="rId3" Type="http://schemas.openxmlformats.org/officeDocument/2006/relationships/hyperlink" Target="https://qiita.com/engchina/items/a1792a66cc4375dbf734" TargetMode="External"/><Relationship Id="rId4" Type="http://schemas.openxmlformats.org/officeDocument/2006/relationships/hyperlink" Target="https://qiita.com/renatomarinho/items/0c86bd8686dd5af4f82c" TargetMode="External"/><Relationship Id="rId5" Type="http://schemas.openxmlformats.org/officeDocument/2006/relationships/hyperlink" Target="https://zenn.dev/drbobt1122/articles/blog2607120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igueiredoluiz/items/a601ace347f7ca125279" TargetMode="External"/><Relationship Id="rId3" Type="http://schemas.openxmlformats.org/officeDocument/2006/relationships/hyperlink" Target="https://qiita.com/keitah/items/508b18e5b7fd0b6b1afb" TargetMode="External"/><Relationship Id="rId4" Type="http://schemas.openxmlformats.org/officeDocument/2006/relationships/hyperlink" Target="https://qiita.com/hironakamura_ai/items/438e0b0d63ce3ad8199f" TargetMode="External"/><Relationship Id="rId5" Type="http://schemas.openxmlformats.org/officeDocument/2006/relationships/hyperlink" Target="https://qiita.com/myatkhinelin/items/bc6292a5f87cd476045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nnagara128/items/c3535dd6a600c26975f9" TargetMode="External"/><Relationship Id="rId3" Type="http://schemas.openxmlformats.org/officeDocument/2006/relationships/hyperlink" Target="https://qiita.com/ksonoda/items/f84c9f7864bdce49563f" TargetMode="External"/><Relationship Id="rId4" Type="http://schemas.openxmlformats.org/officeDocument/2006/relationships/hyperlink" Target="https://qiita.com/kai_kou/items/7eaa18a60aa2738f463a" TargetMode="External"/><Relationship Id="rId5" Type="http://schemas.openxmlformats.org/officeDocument/2006/relationships/hyperlink" Target="https://qiita.com/k_izutani/items/0e0915d74dacf43407b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iota/items/88427ca267693d814f61" TargetMode="External"/><Relationship Id="rId3" Type="http://schemas.openxmlformats.org/officeDocument/2006/relationships/hyperlink" Target="https://qiita.com/aiota/items/ef931fbe816aa2035d2e" TargetMode="External"/><Relationship Id="rId4" Type="http://schemas.openxmlformats.org/officeDocument/2006/relationships/hyperlink" Target="https://qiita.com/nogataka/items/6cd8c6ea583221e45def" TargetMode="External"/><Relationship Id="rId5" Type="http://schemas.openxmlformats.org/officeDocument/2006/relationships/hyperlink" Target="https://qiita.com/DnD-inc/items/3da0efef96a5c383c7d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escore/items/0874fd5363e1fd43afd4" TargetMode="External"/><Relationship Id="rId3" Type="http://schemas.openxmlformats.org/officeDocument/2006/relationships/hyperlink" Target="https://qiita.com/ootakazuhiko/items/288b5f29d3fea8f56dd2" TargetMode="External"/><Relationship Id="rId4" Type="http://schemas.openxmlformats.org/officeDocument/2006/relationships/hyperlink" Target="https://qiita.com/similarmetal/items/86ac2f8bfdcff7b1e245" TargetMode="External"/><Relationship Id="rId5" Type="http://schemas.openxmlformats.org/officeDocument/2006/relationships/hyperlink" Target="https://zenn.dev/sugarfree/articles/e38393e38383e38388e382b3e382a4e383b3e4bea1e6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i_kou/items/e0ad04a969c099086f51" TargetMode="External"/><Relationship Id="rId3" Type="http://schemas.openxmlformats.org/officeDocument/2006/relationships/hyperlink" Target="https://zenn.dev/factory_mo/articles/multi-ai-integration-layer" TargetMode="External"/><Relationship Id="rId4" Type="http://schemas.openxmlformats.org/officeDocument/2006/relationships/hyperlink" Target="https://qiita.com/higuuu/items/9920aac66420ecdd0a1c" TargetMode="External"/><Relationship Id="rId5" Type="http://schemas.openxmlformats.org/officeDocument/2006/relationships/hyperlink" Target="https://qiita.com/mhamadajp/items/adcec6c735213c46c3c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zhonglin9894/items/1c551f860af8f0d07356" TargetMode="External"/><Relationship Id="rId3" Type="http://schemas.openxmlformats.org/officeDocument/2006/relationships/hyperlink" Target="https://qiita.com/equeko99/items/bca312fa8e0391ddfd4a" TargetMode="External"/><Relationship Id="rId4" Type="http://schemas.openxmlformats.org/officeDocument/2006/relationships/hyperlink" Target="https://qiita.com/R-7777/items/472edcf6d60054994320" TargetMode="External"/><Relationship Id="rId5" Type="http://schemas.openxmlformats.org/officeDocument/2006/relationships/hyperlink" Target="https://qiita.com/yutowac/items/2fa93a0bb74653fa387d" TargetMode="External"/><Relationship Id="rId6" Type="http://schemas.openxmlformats.org/officeDocument/2006/relationships/hyperlink" Target="https://qiita.com/nolanlover0527/items/585bf5fde6abbf18847b" TargetMode="External"/><Relationship Id="rId7" Type="http://schemas.openxmlformats.org/officeDocument/2006/relationships/hyperlink" Target="https://qiita.com/kiarina/items/604080dd88a9dd6fbf68" TargetMode="External"/><Relationship Id="rId8" Type="http://schemas.openxmlformats.org/officeDocument/2006/relationships/hyperlink" Target="https://qiita.com/keiichik_kk/items/85fde668e20d71add4f5" TargetMode="External"/><Relationship Id="rId9" Type="http://schemas.openxmlformats.org/officeDocument/2006/relationships/hyperlink" Target="https://qiita.com/1981atsuhiko/items/a3c4fe7aab513b6a5784" TargetMode="External"/><Relationship Id="rId10" Type="http://schemas.openxmlformats.org/officeDocument/2006/relationships/hyperlink" Target="https://qiita.com/dera_news_/items/6df958b890afe77ff436" TargetMode="External"/><Relationship Id="rId11" Type="http://schemas.openxmlformats.org/officeDocument/2006/relationships/hyperlink" Target="https://qiita.com/furuse-kazufumi/items/a8549f4ba13860aff741" TargetMode="External"/><Relationship Id="rId12" Type="http://schemas.openxmlformats.org/officeDocument/2006/relationships/hyperlink" Target="https://qiita.com/furuse-kazufumi/items/6bf203c557db204d9502" TargetMode="External"/><Relationship Id="rId13" Type="http://schemas.openxmlformats.org/officeDocument/2006/relationships/hyperlink" Target="https://qiita.com/furuse-kazufumi/items/a1e1bee139017654e81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uruse-kazufumi/items/3f3d48c1db3fa038fe46" TargetMode="External"/><Relationship Id="rId3" Type="http://schemas.openxmlformats.org/officeDocument/2006/relationships/hyperlink" Target="https://qiita.com/Miraigent/items/912c6e399f10a39e962c" TargetMode="External"/><Relationship Id="rId4" Type="http://schemas.openxmlformats.org/officeDocument/2006/relationships/hyperlink" Target="https://qiita.com/mu_ta/items/e80e7d47baca9d40c653" TargetMode="External"/><Relationship Id="rId5" Type="http://schemas.openxmlformats.org/officeDocument/2006/relationships/hyperlink" Target="https://qiita.com/rino_yume/items/c4fc00fbfaf5d40b731c" TargetMode="External"/><Relationship Id="rId6" Type="http://schemas.openxmlformats.org/officeDocument/2006/relationships/hyperlink" Target="https://qiita.com/suujyou3/items/a1a8ea3ba3a40aace054" TargetMode="External"/><Relationship Id="rId7" Type="http://schemas.openxmlformats.org/officeDocument/2006/relationships/hyperlink" Target="https://news.ycombinator.com/item?id=48889020" TargetMode="External"/><Relationship Id="rId8" Type="http://schemas.openxmlformats.org/officeDocument/2006/relationships/hyperlink" Target="https://github.com/jrm-code-project/llambda" TargetMode="External"/><Relationship Id="rId9" Type="http://schemas.openxmlformats.org/officeDocument/2006/relationships/hyperlink" Target="https://qiita.com/YushiYamamoto/items/fa341209808373c81177" TargetMode="External"/><Relationship Id="rId10" Type="http://schemas.openxmlformats.org/officeDocument/2006/relationships/hyperlink" Target="https://twitter.com/yujitach/status/2076327681562644709" TargetMode="External"/><Relationship Id="rId11" Type="http://schemas.openxmlformats.org/officeDocument/2006/relationships/hyperlink" Target="https://qiita.com/masykot582/items/c92449d823ee22c03bef" TargetMode="External"/><Relationship Id="rId12" Type="http://schemas.openxmlformats.org/officeDocument/2006/relationships/hyperlink" Target="https://qiita.com/maskot1977/items/86400bdb869f54f7a850" TargetMode="External"/><Relationship Id="rId13" Type="http://schemas.openxmlformats.org/officeDocument/2006/relationships/hyperlink" Target="https://zenn.dev/fujimooon/articles/63d978548de1ab"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kinose/articles/445176bccf628c" TargetMode="External"/><Relationship Id="rId3" Type="http://schemas.openxmlformats.org/officeDocument/2006/relationships/hyperlink" Target="https://zenn.dev/sompojapan_dx/articles/87563d78a6370c" TargetMode="External"/><Relationship Id="rId4" Type="http://schemas.openxmlformats.org/officeDocument/2006/relationships/hyperlink" Target="https://zenn.dev/kai_kou/articles/246-gpt-image-2-thinking-api-guide" TargetMode="External"/><Relationship Id="rId5" Type="http://schemas.openxmlformats.org/officeDocument/2006/relationships/hyperlink" Target="https://zenn.dev/znet/articles/2026-openfugu-local-multiagent-part3" TargetMode="External"/><Relationship Id="rId6" Type="http://schemas.openxmlformats.org/officeDocument/2006/relationships/hyperlink" Target="https://zenn.dev/yui_szk/articles/29f102325d65f1" TargetMode="External"/><Relationship Id="rId7" Type="http://schemas.openxmlformats.org/officeDocument/2006/relationships/hyperlink" Target="https://qiita.com/emi_ndk/items/e8df63dd0f6dd2177ede" TargetMode="External"/><Relationship Id="rId8" Type="http://schemas.openxmlformats.org/officeDocument/2006/relationships/hyperlink" Target="https://qiita.com/TMiyamoto/items/6bd89423d5b38916e48d" TargetMode="External"/><Relationship Id="rId9" Type="http://schemas.openxmlformats.org/officeDocument/2006/relationships/hyperlink" Target="https://qiita.com/Tadataka_Takahashi/items/181713052b53a5f0a2f7" TargetMode="External"/><Relationship Id="rId10" Type="http://schemas.openxmlformats.org/officeDocument/2006/relationships/hyperlink" Target="https://zenn.dev/tomy1noriyamame/articles/00bd5af1a8c857" TargetMode="External"/><Relationship Id="rId11" Type="http://schemas.openxmlformats.org/officeDocument/2006/relationships/hyperlink" Target="https://zenn.dev/blacksmith_5001/articles/9bf37ddde04282" TargetMode="External"/><Relationship Id="rId12" Type="http://schemas.openxmlformats.org/officeDocument/2006/relationships/hyperlink" Target="https://zenn.dev/mitsukida/articles/1c21c9af236f49" TargetMode="External"/><Relationship Id="rId13" Type="http://schemas.openxmlformats.org/officeDocument/2006/relationships/hyperlink" Target="https://qiita.com/comty/items/3ea0e8a4cd761574d0a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Y-Watanabe11/items/50e3b9709560443a7e17" TargetMode="External"/><Relationship Id="rId3" Type="http://schemas.openxmlformats.org/officeDocument/2006/relationships/hyperlink" Target="https://zenn.dev/lazy_engineer/articles/ai-dev-radar-weekly-20260713" TargetMode="External"/><Relationship Id="rId4" Type="http://schemas.openxmlformats.org/officeDocument/2006/relationships/hyperlink" Target="https://zenn.dev/romanark/articles/fde9d41724eda2" TargetMode="External"/><Relationship Id="rId5" Type="http://schemas.openxmlformats.org/officeDocument/2006/relationships/hyperlink" Target="https://qiita.com/dl_from_scratch/items/a79e3682c169ad3d490a" TargetMode="External"/><Relationship Id="rId6" Type="http://schemas.openxmlformats.org/officeDocument/2006/relationships/hyperlink" Target="https://zenn.dev/every_ai_recipe/articles/ai-minutes-meeting-type-prompts" TargetMode="External"/><Relationship Id="rId7" Type="http://schemas.openxmlformats.org/officeDocument/2006/relationships/hyperlink" Target="https://qiita.com/otoyo0318/items/14d6c81f1eb22d525234" TargetMode="External"/><Relationship Id="rId8" Type="http://schemas.openxmlformats.org/officeDocument/2006/relationships/hyperlink" Target="https://geohot.github.io//blog/jekyll/update/2026/07/12/i-love-llms.html" TargetMode="External"/><Relationship Id="rId9" Type="http://schemas.openxmlformats.org/officeDocument/2006/relationships/hyperlink" Target="https://cacm.acm.org/news/can-we-understand-how-large-language-models-reason/" TargetMode="External"/><Relationship Id="rId10" Type="http://schemas.openxmlformats.org/officeDocument/2006/relationships/hyperlink" Target="https://qiita.com/saltyoffice/items/fe9b3c58ace184d624ea" TargetMode="External"/><Relationship Id="rId11" Type="http://schemas.openxmlformats.org/officeDocument/2006/relationships/hyperlink" Target="https://qiita.com/kiarina/items/b4bc1fa99b56bdcff8db" TargetMode="External"/><Relationship Id="rId12" Type="http://schemas.openxmlformats.org/officeDocument/2006/relationships/hyperlink" Target="https://zenn.dev/ke_furuya/articles/96b0b15b84d9f0" TargetMode="External"/><Relationship Id="rId13" Type="http://schemas.openxmlformats.org/officeDocument/2006/relationships/hyperlink" Target="https://qiita.com/hinemoz/items/1aee7824b02a6d40376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kuwan/items/e33323bb0eb79a618fde" TargetMode="External"/><Relationship Id="rId3" Type="http://schemas.openxmlformats.org/officeDocument/2006/relationships/hyperlink" Target="https://qiita.com/ohden_indie/items/cc6f7e3beeb134e17cff" TargetMode="External"/><Relationship Id="rId4" Type="http://schemas.openxmlformats.org/officeDocument/2006/relationships/hyperlink" Target="https://qiita.com/mkuwan/items/1dbdbd023fe763025162" TargetMode="External"/><Relationship Id="rId5" Type="http://schemas.openxmlformats.org/officeDocument/2006/relationships/hyperlink" Target="https://zenn.dev/kamab0k0/articles/69691e95d7992e" TargetMode="External"/><Relationship Id="rId6" Type="http://schemas.openxmlformats.org/officeDocument/2006/relationships/hyperlink" Target="https://qiita.com/okssusucha/items/d12c24530c5494b4b6aa" TargetMode="External"/><Relationship Id="rId7" Type="http://schemas.openxmlformats.org/officeDocument/2006/relationships/hyperlink" Target="https://zenn.dev/kensho_ya/articles/keiba-backtest-leak-check" TargetMode="External"/><Relationship Id="rId8" Type="http://schemas.openxmlformats.org/officeDocument/2006/relationships/hyperlink" Target="https://zenn.dev/tkpurine/articles/inpainting-lama-object-removal" TargetMode="External"/><Relationship Id="rId9" Type="http://schemas.openxmlformats.org/officeDocument/2006/relationships/hyperlink" Target="https://zenn.dev/ramenpanda/articles/87c548128bebaf" TargetMode="External"/><Relationship Id="rId10" Type="http://schemas.openxmlformats.org/officeDocument/2006/relationships/hyperlink" Target="https://zenn.dev/dec/articles/introducing-codex-sites" TargetMode="External"/><Relationship Id="rId11" Type="http://schemas.openxmlformats.org/officeDocument/2006/relationships/hyperlink" Target="https://qiita.com/tech_tech_pingu/items/a0f11dc881abc16ad8d1" TargetMode="External"/><Relationship Id="rId12" Type="http://schemas.openxmlformats.org/officeDocument/2006/relationships/hyperlink" Target="https://blog.yaelwrites.com/stop-telling-me-to-ask-an-llm/" TargetMode="External"/><Relationship Id="rId13" Type="http://schemas.openxmlformats.org/officeDocument/2006/relationships/hyperlink" Target="https://zenn.dev/syoshida07/articles/9d425969ff506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ohki_takatama/items/400045918b03d644a508" TargetMode="External"/><Relationship Id="rId3" Type="http://schemas.openxmlformats.org/officeDocument/2006/relationships/hyperlink" Target="https://zenn.dev/qwerewq/articles/c248a01a3500bd" TargetMode="External"/><Relationship Id="rId4" Type="http://schemas.openxmlformats.org/officeDocument/2006/relationships/hyperlink" Target="https://qiita.com/sugarfree/items/189eacc55f357e246ce8" TargetMode="External"/><Relationship Id="rId5" Type="http://schemas.openxmlformats.org/officeDocument/2006/relationships/hyperlink" Target="https://qiita.com/puyon/items/a9f7dd8f181e1890e580" TargetMode="External"/><Relationship Id="rId6" Type="http://schemas.openxmlformats.org/officeDocument/2006/relationships/hyperlink" Target="https://qiita.com/Gotoubun_taiwan/items/ccde9f77ac928d0ddc90" TargetMode="External"/><Relationship Id="rId7" Type="http://schemas.openxmlformats.org/officeDocument/2006/relationships/hyperlink" Target="https://zenn.dev/kazukisakai0129/articles/a9446e52a397ec" TargetMode="External"/><Relationship Id="rId8" Type="http://schemas.openxmlformats.org/officeDocument/2006/relationships/hyperlink" Target="https://zenn.dev/sunsun_eng/articles/geo-ai-search-2026" TargetMode="External"/><Relationship Id="rId9" Type="http://schemas.openxmlformats.org/officeDocument/2006/relationships/hyperlink" Target="https://zenn.dev/umamon/articles/c78d08f31659cc" TargetMode="External"/><Relationship Id="rId10" Type="http://schemas.openxmlformats.org/officeDocument/2006/relationships/hyperlink" Target="https://zenn.dev/blu_wave/articles/jidoku-claude-kernel-rag-story" TargetMode="External"/><Relationship Id="rId11" Type="http://schemas.openxmlformats.org/officeDocument/2006/relationships/hyperlink" Target="https://zenn.dev/every_ai_recipe/articles/ai-idea-options-3-axes" TargetMode="External"/><Relationship Id="rId12" Type="http://schemas.openxmlformats.org/officeDocument/2006/relationships/hyperlink" Target="https://qiita.com/kinamocchi_tech/items/0cfdd02ab47114b19b9b" TargetMode="External"/><Relationship Id="rId13" Type="http://schemas.openxmlformats.org/officeDocument/2006/relationships/hyperlink" Target="https://zenn.dev/nishiryo/articles/c7d2a94f31b84e0f9a6c5d18e2b7f40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acntechjp/articles/76a9e436ae7391" TargetMode="External"/><Relationship Id="rId3" Type="http://schemas.openxmlformats.org/officeDocument/2006/relationships/hyperlink" Target="https://qiita.com/kotajobs0/items/a1d059f6d8affb64a755" TargetMode="External"/><Relationship Id="rId4" Type="http://schemas.openxmlformats.org/officeDocument/2006/relationships/hyperlink" Target="https://zenn.dev/hjpotter1/articles/59622ac112d0a7" TargetMode="External"/><Relationship Id="rId5" Type="http://schemas.openxmlformats.org/officeDocument/2006/relationships/hyperlink" Target="https://qiita.com/rehab-datascience/items/9efb0f1a15f5b26ca2f0" TargetMode="External"/><Relationship Id="rId6" Type="http://schemas.openxmlformats.org/officeDocument/2006/relationships/hyperlink" Target="https://qiita.com/ha-te/items/a65560d5d4edf70b43dc" TargetMode="External"/><Relationship Id="rId7" Type="http://schemas.openxmlformats.org/officeDocument/2006/relationships/hyperlink" Target="https://qiita.com/ha-te/items/99d7076cf0ff233ee5ca" TargetMode="External"/><Relationship Id="rId8" Type="http://schemas.openxmlformats.org/officeDocument/2006/relationships/hyperlink" Target="https://qiita.com/ochtum/items/574f0436e72212bdaf42" TargetMode="External"/><Relationship Id="rId9" Type="http://schemas.openxmlformats.org/officeDocument/2006/relationships/hyperlink" Target="https://qiita.com/Tadataka_Takahashi/items/4b6916d774ce639c5754" TargetMode="External"/><Relationship Id="rId10" Type="http://schemas.openxmlformats.org/officeDocument/2006/relationships/hyperlink" Target="https://qiita.com/ha-te/items/45d982a8b3d5fc0da797" TargetMode="External"/><Relationship Id="rId11" Type="http://schemas.openxmlformats.org/officeDocument/2006/relationships/hyperlink" Target="https://qiita.com/maskot1977/items/9c524b0a7dbfb2581103" TargetMode="External"/><Relationship Id="rId12" Type="http://schemas.openxmlformats.org/officeDocument/2006/relationships/hyperlink" Target="https://qiita.com/ha-te/items/4e0420ebe5a948667705" TargetMode="External"/><Relationship Id="rId13" Type="http://schemas.openxmlformats.org/officeDocument/2006/relationships/hyperlink" Target="https://qiita.com/yo-shie/items/bf78e3d2d511e5d7259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iri_tech/items/0c9205aceae0f0a0c6d0" TargetMode="External"/><Relationship Id="rId3" Type="http://schemas.openxmlformats.org/officeDocument/2006/relationships/hyperlink" Target="https://qiita.com/kiri_tech/items/319634dc17042d791514" TargetMode="External"/><Relationship Id="rId4" Type="http://schemas.openxmlformats.org/officeDocument/2006/relationships/hyperlink" Target="https://qiita.com/kiri_tech/items/0776733101cb77266614" TargetMode="External"/><Relationship Id="rId5" Type="http://schemas.openxmlformats.org/officeDocument/2006/relationships/hyperlink" Target="https://qiita.com/kiri_tech/items/09632fe4eccacf6c452b" TargetMode="External"/><Relationship Id="rId6" Type="http://schemas.openxmlformats.org/officeDocument/2006/relationships/hyperlink" Target="https://qiita.com/ha-te/items/b49a79c79bbee9b46ff0" TargetMode="External"/><Relationship Id="rId7" Type="http://schemas.openxmlformats.org/officeDocument/2006/relationships/hyperlink" Target="https://qiita.com/kazukisakai0129/items/aa8d2cda34aff2a20892" TargetMode="External"/><Relationship Id="rId8" Type="http://schemas.openxmlformats.org/officeDocument/2006/relationships/hyperlink" Target="https://qiita.com/suneo46/items/0fa36bb619ffef5ff7e3" TargetMode="External"/><Relationship Id="rId9" Type="http://schemas.openxmlformats.org/officeDocument/2006/relationships/hyperlink" Target="https://qiita.com/asayan_mana/items/59535723dafc06a8f701" TargetMode="External"/><Relationship Id="rId10" Type="http://schemas.openxmlformats.org/officeDocument/2006/relationships/hyperlink" Target="https://qiita.com/yutowac/items/f30d5ffc71ce7358b13f" TargetMode="External"/><Relationship Id="rId11" Type="http://schemas.openxmlformats.org/officeDocument/2006/relationships/hyperlink" Target="https://qiita.com/otoyo0318/items/648d1a4646d1bf88ce80" TargetMode="External"/><Relationship Id="rId12" Type="http://schemas.openxmlformats.org/officeDocument/2006/relationships/hyperlink" Target="https://zenn.dev/sapolas/articles/7e36aca3347e06" TargetMode="External"/><Relationship Id="rId13" Type="http://schemas.openxmlformats.org/officeDocument/2006/relationships/hyperlink" Target="https://zenn.dev/kenta_kadowaki/articles/56d3a50235620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lboydaisuke/articles/e56291d606e61348ff27" TargetMode="External"/><Relationship Id="rId3" Type="http://schemas.openxmlformats.org/officeDocument/2006/relationships/hyperlink" Target="https://zenn.dev/miki_mini/articles/f5a0b85f84bbd6" TargetMode="External"/><Relationship Id="rId4" Type="http://schemas.openxmlformats.org/officeDocument/2006/relationships/hyperlink" Target="https://zenn.dev/nozmat/articles/e414ab808ebc1e" TargetMode="External"/><Relationship Id="rId5" Type="http://schemas.openxmlformats.org/officeDocument/2006/relationships/hyperlink" Target="https://zenn.dev/saturday/articles/97f0f577d40e1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2026-07-13</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総収集記事数：217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10 件</a:t>
                      </a:r>
                    </a:p>
                  </a:txBody>
                  <a:tcPr>
                    <a:solidFill>
                      <a:srgbClr val="1E2D47"/>
                    </a:solidFill>
                  </a:tcPr>
                </a:tc>
                <a:tc>
                  <a:txBody>
                    <a:bodyPr/>
                    <a:lstStyle/>
                    <a:p>
                      <a:pPr algn="ctr"/>
                      <a:r>
                        <a:rPr sz="1200" b="0">
                          <a:solidFill>
                            <a:srgbClr val="D0E4F7"/>
                          </a:solidFill>
                        </a:rPr>
                        <a:t>4.0%</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30 件</a:t>
                      </a:r>
                    </a:p>
                  </a:txBody>
                  <a:tcPr>
                    <a:solidFill>
                      <a:srgbClr val="162238"/>
                    </a:solidFill>
                  </a:tcPr>
                </a:tc>
                <a:tc>
                  <a:txBody>
                    <a:bodyPr/>
                    <a:lstStyle/>
                    <a:p>
                      <a:pPr algn="ctr"/>
                      <a:r>
                        <a:rPr sz="1200" b="0">
                          <a:solidFill>
                            <a:srgbClr val="D0E4F7"/>
                          </a:solidFill>
                        </a:rPr>
                        <a:t>11.9%</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69 件</a:t>
                      </a:r>
                    </a:p>
                  </a:txBody>
                  <a:tcPr>
                    <a:solidFill>
                      <a:srgbClr val="1E2D47"/>
                    </a:solidFill>
                  </a:tcPr>
                </a:tc>
                <a:tc>
                  <a:txBody>
                    <a:bodyPr/>
                    <a:lstStyle/>
                    <a:p>
                      <a:pPr algn="ctr"/>
                      <a:r>
                        <a:rPr sz="1200" b="0">
                          <a:solidFill>
                            <a:srgbClr val="D0E4F7"/>
                          </a:solidFill>
                        </a:rPr>
                        <a:t>27.4%</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31 件</a:t>
                      </a:r>
                    </a:p>
                  </a:txBody>
                  <a:tcPr>
                    <a:solidFill>
                      <a:srgbClr val="162238"/>
                    </a:solidFill>
                  </a:tcPr>
                </a:tc>
                <a:tc>
                  <a:txBody>
                    <a:bodyPr/>
                    <a:lstStyle/>
                    <a:p>
                      <a:pPr algn="ctr"/>
                      <a:r>
                        <a:rPr sz="1200" b="0">
                          <a:solidFill>
                            <a:srgbClr val="D0E4F7"/>
                          </a:solidFill>
                        </a:rPr>
                        <a:t>12.3%</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12 件</a:t>
                      </a:r>
                    </a:p>
                  </a:txBody>
                  <a:tcPr>
                    <a:solidFill>
                      <a:srgbClr val="1E2D47"/>
                    </a:solidFill>
                  </a:tcPr>
                </a:tc>
                <a:tc>
                  <a:txBody>
                    <a:bodyPr/>
                    <a:lstStyle/>
                    <a:p>
                      <a:pPr algn="ctr"/>
                      <a:r>
                        <a:rPr sz="1200" b="0">
                          <a:solidFill>
                            <a:srgbClr val="D0E4F7"/>
                          </a:solidFill>
                        </a:rPr>
                        <a:t>4.8%</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100 件</a:t>
                      </a:r>
                    </a:p>
                  </a:txBody>
                  <a:tcPr>
                    <a:solidFill>
                      <a:srgbClr val="162238"/>
                    </a:solidFill>
                  </a:tcPr>
                </a:tc>
                <a:tc>
                  <a:txBody>
                    <a:bodyPr/>
                    <a:lstStyle/>
                    <a:p>
                      <a:pPr algn="ctr"/>
                      <a:r>
                        <a:rPr sz="1200" b="0">
                          <a:solidFill>
                            <a:srgbClr val="D0E4F7"/>
                          </a:solidFill>
                        </a:rPr>
                        <a:t>39.7%</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252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生成はループにするな、検証をループにしろ ― ループエンジニアリングを個人のClaude Code運用に入れた話</a:t>
            </a:r>
            <a:r>
              <a:rPr sz="900">
                <a:solidFill>
                  <a:srgbClr val="7F8C8D"/>
                </a:solidFill>
              </a:rPr>
              <a:t>  (2026-07-13)</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https://qiita.com/noirai/items/297308dcb48b8a637201</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「ループエンジニアリング」という言葉が急に増えました。Addy Osmani 氏が2026年6月に名前を付け、Claude Code 公式も「Getting started with loops」を出しています。
要するに、人間が毎回プロンプトを打つ役を、仕組みそのものに置き換えるという話です。プ</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LLMのハルシネーションを自動検出！RAG評価ワークフローの構築</a:t>
            </a:r>
            <a:r>
              <a:rPr sz="900">
                <a:solidFill>
                  <a:srgbClr val="7F8C8D"/>
                </a:solidFill>
              </a:rPr>
              <a:t>  (2026-07-13)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https://qiita.com/DaokFrontier/items/0074e626fe852633658d</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「RAGシステムを導入したのに、なぜかLLMが嘘をつく…」「ユーザーから『回答が間違っている』と指摘されたけど、どこから手をつければいいのかわからない」
多くのRAG開発者が直面するこの問題は、LLMのハルシネーション（幻覚）が原因かもしれません。特に、RAGはハルシネーションを減らすとされています</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【MCPセキュリティ】AIと社内データを繋ぐ新標準に潜む罠——過剰権限（Excessive Agency）によるデータ流出を防ぐ</a:t>
            </a:r>
            <a:r>
              <a:rPr sz="900">
                <a:solidFill>
                  <a:srgbClr val="7F8C8D"/>
                </a:solidFill>
              </a:rPr>
              <a:t>  (2026-07-13)</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https://qiita.com/suzukengo/items/3e161297bbe14492d962</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要旨
「AIエージェントがサポートチケットを読み、SQLを実行し、機密トークンを外部に流出させた」——これは2025年6月に実際に発生したSupabase/Cursorエージェントのインシデントです。エージェントは特権的なサービスロールアクセスを保持したまま、ユーザーが投稿したサポートチケット内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AI Agentを本番で安定運用するために、設計・Tool・Memory・Multi-Agent・RAG・評価・安全対策を整理してみた</a:t>
            </a:r>
            <a:r>
              <a:rPr sz="900">
                <a:solidFill>
                  <a:srgbClr val="7F8C8D"/>
                </a:solidFill>
              </a:rPr>
              <a:t>  (2026-07-13)</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https://qiita.com/engchina/items/81b02c408b58ed8bdc15</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初めに
AI Agentを作るとき、つい「どのモデルを使うか」「どのAgentフレームワークを選ぶか」に目が向きます。
ただ、実際のシステムで難しいのは、モデルを賢く見せることではありません。
難しいのは、Agentを次の状態で動かし続けることです。
 勝手に手順を飛ばさない
 間違ったTo</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「読むだけ」の LLM から「操作する」LLM へ — tool-use 設計の最小メモ</a:t>
            </a:r>
            <a:r>
              <a:rPr sz="900">
                <a:solidFill>
                  <a:srgbClr val="7F8C8D"/>
                </a:solidFill>
              </a:rPr>
              <a:t>  (2026-07-13)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https://qiita.com/5_years_apart/items/494a6549ea2a4e56e564</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&lt;h2&gt;導入&lt;/h2&gt;&lt;p&gt;先週、社内向けに LLM を組み込んでいる同僚から相談を受けた。「RAG は動いているのだが、質問に答えるだけで、そこから先の処理は結局人間が手でやっている。この距離がしんどい」。&lt;/p&gt;&lt;p&gt;工数を数えると、LLM が「答えを出す」時間より、その答えを見て人間が Saa</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RAG・AIシステムの意図認識を最適化する「3層ファネル設計」</a:t>
            </a:r>
            <a:r>
              <a:rPr sz="900">
                <a:solidFill>
                  <a:srgbClr val="7F8C8D"/>
                </a:solidFill>
              </a:rPr>
              <a:t>  (2026-07-13)</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https://qiita.com/engchina/items/3372ac166139f53b988a</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実際のAIプロジェクトでは、ユーザーから入力されたすべてのリクエストを、そのまま大規模言語モデル（LLM）に渡す設計は現実的ではありません。
すべてをLLMで処理すると、次の問題が発生します。
 レスポンスの遅延が大きくなる
 推論コストが増加する
 出力が安定しない
 単純なリクエ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Ollamaのモデル別同時実行制限だけでは防げなかった過負荷の話</a:t>
            </a:r>
            <a:r>
              <a:rPr sz="900">
                <a:solidFill>
                  <a:srgbClr val="7F8C8D"/>
                </a:solidFill>
              </a:rPr>
              <a:t>  (2026-07-13)</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https://qiita.com/figueiredoluiz/items/a601ace347f7ca125279</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複数のAIエージェントやバックグラウンドワーカーから、用途別ローカルモデルを同じOllamaへ送る構成で、返信が突然止まりました。
画面にはエラーが出ません。
ログを追うと、1回の処理に数十分かかっています。
モデル性能に問題はありませんでした。
同時実行数の制御方法に問題がありました。
モデル</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Mythos」の脅威を整理する Mythosは実在するのか？　— フィクションの向こうに、実在する"自律型ゼロデイAI"</a:t>
            </a:r>
            <a:r>
              <a:rPr sz="900">
                <a:solidFill>
                  <a:srgbClr val="7F8C8D"/>
                </a:solidFill>
              </a:rPr>
              <a:t>  (2026-07-13)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https://qiita.com/keitah/items/508b18e5b7fd0b6b1afb</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「Claude Mythos」の脅威を整理する — フィクションの向こうに、実在する"自律型ゼロデイAI"
セキュリティ界隈で語られる フロンティアAI「Claude Mythos」 ——「自律的に数千件のゼロデイを発見し、動作するエクスプロイトまで書く超AI」という脅威像を、防御を考える立場から</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Codeの初回入力をHARで分解するPython</a:t>
            </a:r>
            <a:r>
              <a:rPr sz="900">
                <a:solidFill>
                  <a:srgbClr val="7F8C8D"/>
                </a:solidFill>
              </a:rPr>
              <a:t>  (2026-07-13)</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https://qiita.com/hironakamura_ai/items/438e0b0d63ce3ad8199f</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Claude Codeの初回入力をHARで分解するPython
結論から言うと、AIコーディングエージェントのコストを下げたいなら、モデルを替える前に初回リクエストを一度分解したほうが早いです。大きいのはたいてい会話そのものではなく、ツール定義、リポジトリ指示、起動時に足されるコンテキストです。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【第10回】Pythonで学ぶデータ分析実践 〜クラス分類〜</a:t>
            </a:r>
            <a:r>
              <a:rPr sz="900">
                <a:solidFill>
                  <a:srgbClr val="7F8C8D"/>
                </a:solidFill>
              </a:rPr>
              <a:t>  (2026-07-13)</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https://qiita.com/aiota/items/88427ca267693d814f61</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&lt;!--
title: 【第10回】Pythonで学ぶデータ分析実践 〜クラス分類〜
tags: Python データ分析 機械学習 分類 scikit-learn
--&gt;
第10回 クラス分類
はじめに
本シリーズ「Pythonで学ぶデータ分析実践」の第10回では、クラス分類について解説しま</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【第8回】Pythonで学ぶデータ分析実践 〜回帰分析〜</a:t>
            </a:r>
            <a:r>
              <a:rPr sz="900">
                <a:solidFill>
                  <a:srgbClr val="7F8C8D"/>
                </a:solidFill>
              </a:rPr>
              <a:t>  (2026-07-13)</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https://qiita.com/aiota/items/ef931fbe816aa2035d2e</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&lt;!--
title: 【第8回】Pythonで学ぶデータ分析実践 〜回帰分析〜
tags: Python データ分析 統計学 回帰分析 機械学習
--&gt;
第8回 回帰分析
はじめに
本シリーズ「Pythonで学ぶデータ分析実践」の第8回では、回帰分析について解説します。
日常生活で遭遇する</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もうClaudeのモデル選びで迷わない — Anthropicが教える独自Eval（評価テスト）と「成功1件あたりのコスト」の測り方</a:t>
            </a:r>
            <a:r>
              <a:rPr sz="900">
                <a:solidFill>
                  <a:srgbClr val="7F8C8D"/>
                </a:solidFill>
              </a:rPr>
              <a:t>  (2026-07-13)</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https://qiita.com/nogataka/items/6cd8c6ea583221e45def</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新しいLLMがリリースされるたびに、モデルカード・ベンチマーク結果・SNS上の賛否が一斉に流れてきます。
そのたびに「うちのプロダクトは乗り換えるべきか」を判断させられるのですが、この判断は考えれば考えるほど難しい問題だと感じています。
この記事は、Anthropic の Applie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M365 Copilotの3段脆弱性「SearchLeak」を監査ログで検知する</a:t>
            </a:r>
            <a:r>
              <a:rPr sz="900">
                <a:solidFill>
                  <a:srgbClr val="7F8C8D"/>
                </a:solidFill>
              </a:rPr>
              <a:t>  (2026-07-13)</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https://qiita.com/kai_kou/items/e0ad04a969c099086f51</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TL;DR
- 2026年6月、M365 Copilot Enterprise Search に「SearchLeak」と呼ばれる脆弱性チェーンが報告された（CVE-2026-42824・critical）[^1]。攻撃者が用意した1つのリンクをクリックするだけで、メール本文・MFAコード・Sha</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同じ記事をClaudeとChatGPTに読ませたら、人間の役割が『承認ゲート』じゃないと分かった</a:t>
            </a:r>
            <a:r>
              <a:rPr sz="900">
                <a:solidFill>
                  <a:srgbClr val="7F8C8D"/>
                </a:solidFill>
              </a:rPr>
              <a:t>  (2026-07-12)</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https://zenn.dev/factory_mo/articles/multi-ai-integration-layer</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きっかけは、この記事だった。
情報漏洩に敏感な金融機関で、Claude・Gemini・ChatGPTを導入した話（てくてくエンジニアさん）
漏洩経路を分解して、既存ガードレール＋許可制で制御する、という良質なガバナンス論だ。この記事を、Claude（うちでは設計・レビュー担当）とChatG</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Claude Mythosって、OSSのセキュリティコントリビューターが10倍になっただけなんじゃないか？</a:t>
            </a:r>
            <a:r>
              <a:rPr sz="900">
                <a:solidFill>
                  <a:srgbClr val="7F8C8D"/>
                </a:solidFill>
              </a:rPr>
              <a:t>  (2026-07-12)</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https://qiita.com/higuuu/items/9920aac66420ecdd0a1c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&lt;!--
Qiitaタグ候補: Security, OSS, AI, LLM, Claude
最終確認日: 2026-07-12
--&gt;
Claude Mythosって、OSSのセキュリティコントリビューターが10倍になっただけなんじゃないか？
&gt; 先に断っておくと、これは公開資料を読んだ上での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生成はループにするな、検証をループにしろ ― ループエンジニアリングを個人のClaude Code運用に入れた話</a:t>
            </a:r>
            <a:r>
              <a:rPr sz="900">
                <a:solidFill>
                  <a:srgbClr val="7F8C8D"/>
                </a:solidFill>
              </a:rPr>
              <a:t>  (2026-07-13)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https://qiita.com/noirai/items/297308dcb48b8a637201</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「ループエンジニアリング」という言葉が急に増えました。Addy Osmani 氏が2026年6月に名前を付け、Claude Code 公式も「Getting started with loops」を出しています。
要するに、人間が毎回プロ</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LLMのハルシネーションを自動検出！RAG評価ワークフローの構築</a:t>
            </a:r>
            <a:r>
              <a:rPr sz="900">
                <a:solidFill>
                  <a:srgbClr val="7F8C8D"/>
                </a:solidFill>
              </a:rPr>
              <a:t>  (2026-07-13)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https://qiita.com/DaokFrontier/items/0074e626fe852633658d</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「RAGシステムを導入したのに、なぜかLLMが嘘をつく…」「ユーザーから『回答が間違っている』と指摘されたけど、どこから手をつければいいのかわからない」
多くのRAG開発者が直面するこの問題は、LLMのハルシネーション（幻覚）が原因かもしれ</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【MCPセキュリティ】AIと社内データを繋ぐ新標準に潜む罠——過剰権限（Excessive Agency）によるデータ流出を防ぐ</a:t>
            </a:r>
            <a:r>
              <a:rPr sz="900">
                <a:solidFill>
                  <a:srgbClr val="7F8C8D"/>
                </a:solidFill>
              </a:rPr>
              <a:t>  (2026-07-13)</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https://qiita.com/suzukengo/items/3e161297bbe14492d962</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要旨
「AIエージェントがサポートチケットを読み、SQLを実行し、機密トークンを外部に流出させた」——これは2025年6月に実際に発生したSupabase/Cursorエージェントのインシデントです。エージェントは特権的なサービスロールア</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プロンプトの職人芸からエンジニアリング資産へ：サーバーサイド視点で理解する「Skill Prompt」の設計思想</a:t>
            </a:r>
            <a:r>
              <a:rPr sz="900">
                <a:solidFill>
                  <a:srgbClr val="7F8C8D"/>
                </a:solidFill>
              </a:rPr>
              <a:t>  (2026-07-13)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https://zenn.dev/safie_inc/articles/ba3f924a86e1f6</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セーフィー株式会社でサーバーサイドエンジニアを務めている尹です。
近年、AI エージェントやプロンプトエンジニアリングといった言葉が広く使われています。私自身、バックエンドの開発や社内ツールの自動化を進める中で、プロンプトの「使い捨て」に課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AIでLINEを「自動化・効率化」エンジニアが即実践できる厳選3選</a:t>
            </a:r>
            <a:r>
              <a:rPr sz="900">
                <a:solidFill>
                  <a:srgbClr val="7F8C8D"/>
                </a:solidFill>
              </a:rPr>
              <a:t>  (2026-07-12)</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https://qiita.com/Maku-Inc/items/4393d3f006ef7af46d69</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AIでLINEを「自動化・効率化」エンジニアが即実践できる厳選3選
LINEは私たちの日常生活に深く根付いていますが、そのポテンシャルは単なるコミュニケーションツールに留まりません。AI技術と組み合わせることで、日常業務の自動化や効率化を</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常駐AIエージェントに「実行権限」を持たせるときの設計チェックリスト</a:t>
            </a:r>
            <a:r>
              <a:rPr sz="900">
                <a:solidFill>
                  <a:srgbClr val="7F8C8D"/>
                </a:solidFill>
              </a:rPr>
              <a:t>  (2026-07-12)</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https://zenn.dev/hach/articles/agent-tool-permission-design</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チャットに常駐して「読むだけ」のAIエージェントは設計がシンプルです。厄介になるのは、カレンダー登録・チケット起票・Slackへの投稿・外部APIの呼び出しなど、副作用を伴うツールを実行できるエージェントを作るときです。この記事では、常駐エ</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機械学習モデルは静かに古びる ― 半導体不良予測のドリフト監視と再学習の線引き</a:t>
            </a:r>
            <a:r>
              <a:rPr sz="900">
                <a:solidFill>
                  <a:srgbClr val="7F8C8D"/>
                </a:solidFill>
              </a:rPr>
              <a:t>  (2026-07-11)</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https://zenn.dev/yuya0408/articles/secom-defect-operations</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これは、半導体製造データ SECOM を題材にした不良予測プロジェクトの記録の3本目、「運用編」である。同じ1つのプロジェクトを、3つの角度から書いている。
考察編（記事）― このデータが何を物語っているかを読み解く話
実装編（記事）</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ベンダーの言う「AI業務改善」は、だいたい業務を見ていない</a:t>
            </a:r>
            <a:r>
              <a:rPr sz="900">
                <a:solidFill>
                  <a:srgbClr val="7F8C8D"/>
                </a:solidFill>
              </a:rPr>
              <a:t>  (2026-07-11)</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https://zenn.dev/continuitymodel/articles/71eb663f909030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ベンダーの言う「AI業務改善」は、だいたい業務を見ていない
また「AIで業務改善」が語られている。
AI PC。
ローカルAI。
ハイブリッドAI。
RAG。
社内データ活用。
FAQ自動化。
ナレッジ検索。
文書要約。
最近のAI業務改善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AI Agentを本番で安定運用するために、設計・Tool・Memory・Multi-Agent・RAG・評価・安全対策を整理してみた</a:t>
            </a:r>
            <a:r>
              <a:rPr sz="900">
                <a:solidFill>
                  <a:srgbClr val="7F8C8D"/>
                </a:solidFill>
              </a:rPr>
              <a:t>  (2026-07-13)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https://qiita.com/engchina/items/81b02c408b58ed8bdc15</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初めに
AI Agentを作るとき、つい「どのモデルを使うか」「どのAgentフレームワークを選ぶか」に目が向きます。
ただ、実際のシステムで難しいのは、モデルを賢く見せることではありません。
難しいのは、Agentを次の状態で動かし</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「読むだけ」の LLM から「操作する」LLM へ — tool-use 設計の最小メモ</a:t>
            </a:r>
            <a:r>
              <a:rPr sz="900">
                <a:solidFill>
                  <a:srgbClr val="7F8C8D"/>
                </a:solidFill>
              </a:rPr>
              <a:t>  (2026-07-13)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https://qiita.com/5_years_apart/items/494a6549ea2a4e56e564</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&lt;h2&gt;導入&lt;/h2&gt;&lt;p&gt;先週、社内向けに LLM を組み込んでいる同僚から相談を受けた。「RAG は動いているのだが、質問に答えるだけで、そこから先の処理は結局人間が手でやっている。この距離がしんどい」。&lt;/p&gt;&lt;p&gt;工数を数えると、L</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RAG・AIシステムの意図認識を最適化する「3層ファネル設計」</a:t>
            </a:r>
            <a:r>
              <a:rPr sz="900">
                <a:solidFill>
                  <a:srgbClr val="7F8C8D"/>
                </a:solidFill>
              </a:rPr>
              <a:t>  (2026-07-13)</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https://qiita.com/engchina/items/3372ac166139f53b988a</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実際のAIプロジェクトでは、ユーザーから入力されたすべてのリクエストを、そのまま大規模言語モデル（LLM）に渡す設計は現実的ではありません。
すべてをLLMで処理すると、次の問題が発生します。
 レスポンスの遅延が大きくなる</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GPT Image 2 vs Nano Banana Pro: スライド生成で見えた差</a:t>
            </a:r>
            <a:r>
              <a:rPr sz="900">
                <a:solidFill>
                  <a:srgbClr val="7F8C8D"/>
                </a:solidFill>
              </a:rPr>
              <a:t>  (2026-07-13)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https://zenn.dev/softbank/articles/fd550155b93ad3</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ソフトバンクのCHENです。普段は、データ構造化ツール「TASUKI Annotation」の技術研究＆全社RAG基盤に携わっています。あわせて生成AI・エージェント技術の探索にも取り組み、実務投入を見据えた技術検証を行っています。本記事で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19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REFRAGの前提を自分のZenn記事で実測してみた</a:t>
            </a:r>
            <a:r>
              <a:rPr sz="900">
                <a:solidFill>
                  <a:srgbClr val="7F8C8D"/>
                </a:solidFill>
              </a:rPr>
              <a:t>  (2026-07-12)</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2"/>
              </a:rPr>
              <a:t>https://zenn.dev/mskbhd/articles/lab-075-refrag-realdata</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REFRAGの前提を、自分のZenn記事コーパスで実測してみた
 前回のもやもや
以前、MetaのREFRAG論文を検証した記事を書きました。
RAGレイテンシ、Meta REFRAGで30倍速くなる?検証
REFRAGの主張はこうで</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RAGの精度を60%から85%へ：入庫・検索・生成・評価を本番目線で整理する</a:t>
            </a:r>
            <a:r>
              <a:rPr sz="900">
                <a:solidFill>
                  <a:srgbClr val="7F8C8D"/>
                </a:solidFill>
              </a:rPr>
              <a:t>  (2026-07-12)</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https://qiita.com/engchina/items/a1792a66cc4375dbf734</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初めに
RAG（Retrieval-A環境のRAGは次のような複数の工程で構成されています。
この中のどこか一つで情報を失うと、後段のモデルを強化しても精度は上がりません。
たとえば、PDF解析時に表や画像内の数値を落とした場合、</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RAGの精度向上を、コードを書かずにエージェントから実行する：Cohere MCPの実践的活用</a:t>
            </a:r>
            <a:r>
              <a:rPr sz="900">
                <a:solidFill>
                  <a:srgbClr val="7F8C8D"/>
                </a:solidFill>
              </a:rPr>
              <a:t>  (2026-07-12)</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https://qiita.com/renatomarinho/items/0c86bd8686dd5af4f82c</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RAG（Retrieval-Augmented Generation）のエンジニアリングにおいて、最も泥臭く、かつ重要なプロセスは「検索精度のチューニング」だ。ドキュメントのチャンク分割、埋め込みモデルの選定、そしてリランク（Reranki</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ネット記事を生成AIで整理する(3)</a:t>
            </a:r>
            <a:r>
              <a:rPr sz="900">
                <a:solidFill>
                  <a:srgbClr val="7F8C8D"/>
                </a:solidFill>
              </a:rPr>
              <a:t>  (2026-07-12)</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https://zenn.dev/drbobt1122/articles/blog26071201</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第1回、第2回の続きです。前回(第2回)は膨大な数のネット記事のPDFファイルを「キーワード」と「ベクトル化クラスタリング」で分類しました。
今回は、第3の方法として、PDFファイルから抽出したデータであるJSONファイル(title /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Ollamaのモデル別同時実行制限だけでは防げなかった過負荷の話</a:t>
            </a:r>
            <a:r>
              <a:rPr sz="900">
                <a:solidFill>
                  <a:srgbClr val="7F8C8D"/>
                </a:solidFill>
              </a:rPr>
              <a:t>  (2026-07-13)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https://qiita.com/figueiredoluiz/items/a601ace347f7ca125279</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複数のAIエージェントやバックグラウンドワーカーから、用途別ローカルモデルを同じOllamaへ送る構成で、返信が突然止まりました。
画面にはエラーが出ません。
ログを追うと、1回の処理に数十分かかっています。
モデル性能に問題はありません</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Mythos」の脅威を整理する Mythosは実在するのか？　— フィクションの向こうに、実在する"自律型ゼロデイAI"</a:t>
            </a:r>
            <a:r>
              <a:rPr sz="900">
                <a:solidFill>
                  <a:srgbClr val="7F8C8D"/>
                </a:solidFill>
              </a:rPr>
              <a:t>  (2026-07-13)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https://qiita.com/keitah/items/508b18e5b7fd0b6b1afb</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「Claude Mythos」の脅威を整理する — フィクションの向こうに、実在する"自律型ゼロデイAI"
セキュリティ界隈で語られる フロンティアAI「Claude Mythos」 ——「自律的に数千件のゼロデイを発見し、動作するエクス</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Codeの初回入力をHARで分解するPython</a:t>
            </a:r>
            <a:r>
              <a:rPr sz="900">
                <a:solidFill>
                  <a:srgbClr val="7F8C8D"/>
                </a:solidFill>
              </a:rPr>
              <a:t>  (2026-07-13)</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https://qiita.com/hironakamura_ai/items/438e0b0d63ce3ad8199f</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Claude Codeの初回入力をHARで分解するPython
結論から言うと、AIコーディングエージェントのコストを下げたいなら、モデルを替える前に初回リクエストを一度分解したほうが早いです。大きいのはたいてい会話そのものではなく、ツー</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AI Agentの仕組みを図解! Model→Tool→Observationの3ステップループとは</a:t>
            </a:r>
            <a:r>
              <a:rPr sz="900">
                <a:solidFill>
                  <a:srgbClr val="7F8C8D"/>
                </a:solidFill>
              </a:rPr>
              <a:t>  (2026-07-13)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https://qiita.com/myatkhinelin/items/bc6292a5f87cd476045c</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【超入門】AI Agentはなぜ「自分で考えて動く」のか?Agent Loopを3ステップで解説
!aiagentloopjapanese.png
はじめに
昔のAI Chatbotは、質問すると1回答えて終わりでした。
でも、最近の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49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AIが書いたTypeScriptの「赤い波線」をanyで握りつぶさない：Claude Codeに"型で"直させるプロンプト</a:t>
            </a:r>
            <a:r>
              <a:rPr sz="900">
                <a:solidFill>
                  <a:srgbClr val="7F8C8D"/>
                </a:solidFill>
              </a:rPr>
              <a:t>  (2026-07-13)</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https://qiita.com/ennagara128/items/c3535dd6a600c26975f9</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未経験の方がClaude CodeやCopilotでTypeScriptを書き始めると、動くコードはすぐ出るのに、エディタに赤い波線（型エラー）が残ることがよくあります。
このとき一番やりがちなのが、 や  で消してしまうこと。実際、AI</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OpenMontage：AIコーディングエージェント時代の動画生成プラットフォーム</a:t>
            </a:r>
            <a:r>
              <a:rPr sz="900">
                <a:solidFill>
                  <a:srgbClr val="7F8C8D"/>
                </a:solidFill>
              </a:rPr>
              <a:t>  (2026-07-13)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https://qiita.com/ksonoda/items/f84c9f7864bdce49563f</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OpenMontageとは
https://github.com/calesthio/OpenMontage
動画が持つ情報伝達力は非常に大きいと感じたことはありませんか？
何枚ものPowerPointスライドより、わずか数秒の動画の</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Gemini Managed Agentsのバックグラウンド実行で見つけた2つの罠</a:t>
            </a:r>
            <a:r>
              <a:rPr sz="900">
                <a:solidFill>
                  <a:srgbClr val="7F8C8D"/>
                </a:solidFill>
              </a:rPr>
              <a:t>  (2026-07-13)</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https://qiita.com/kai_kou/items/7eaa18a60aa2738f463a</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Gemini API の Interactions API は2026年6月に正式GA（General Availability）となり[^5]、その約2週間後の7月7日、Managed Agents に「バックグラウンド実行」</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私が愛用中のClaude Code コマンド・スキル 15選 (実践テクニック付き)</a:t>
            </a:r>
            <a:r>
              <a:rPr sz="900">
                <a:solidFill>
                  <a:srgbClr val="7F8C8D"/>
                </a:solidFill>
              </a:rPr>
              <a:t>  (2026-07-13)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https://qiita.com/k_izutani/items/0e0915d74dacf43407b7</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その他の環境構築まとめはこちら
Claude Code 環境構築・運用Tipsまとめ
はじめに
「Claude Codeの便利なコマンド」みたいな記事は、こすりにこすられまくったネタです。それでも『こんなんなんぼあってもいいですからね』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【第10回】Pythonで学ぶデータ分析実践 〜クラス分類〜</a:t>
            </a:r>
            <a:r>
              <a:rPr sz="900">
                <a:solidFill>
                  <a:srgbClr val="7F8C8D"/>
                </a:solidFill>
              </a:rPr>
              <a:t>  (2026-07-13)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https://qiita.com/aiota/items/88427ca267693d814f61</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&lt;!--
title: 【第10回】Pythonで学ぶデータ分析実践 〜クラス分類〜
tags: Python データ分析 機械学習 分類 scikit-learn
--&gt;
第10回 クラス分類
はじめに
本シリーズ「Pythonで学</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【第8回】Pythonで学ぶデータ分析実践 〜回帰分析〜</a:t>
            </a:r>
            <a:r>
              <a:rPr sz="900">
                <a:solidFill>
                  <a:srgbClr val="7F8C8D"/>
                </a:solidFill>
              </a:rPr>
              <a:t>  (2026-07-13)</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https://qiita.com/aiota/items/ef931fbe816aa2035d2e</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&lt;!--
title: 【第8回】Pythonで学ぶデータ分析実践 〜回帰分析〜
tags: Python データ分析 統計学 回帰分析 機械学習
--&gt;
第8回 回帰分析
はじめに
本シリーズ「Pythonで学ぶデータ分析実践」の第</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もうClaudeのモデル選びで迷わない — Anthropicが教える独自Eval（評価テスト）と「成功1件あたりのコスト」の測り方</a:t>
            </a:r>
            <a:r>
              <a:rPr sz="900">
                <a:solidFill>
                  <a:srgbClr val="7F8C8D"/>
                </a:solidFill>
              </a:rPr>
              <a:t>  (2026-07-13)</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https://qiita.com/nogataka/items/6cd8c6ea583221e45def</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新しいLLMがリリースされるたびに、モデルカード・ベンチマーク結果・SNS上の賛否が一斉に流れてきます。
そのたびに「うちのプロダクトは乗り換えるべきか」を判断させられるのですが、この判断は考えれば考えるほど難しい問題だと感じて</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生成AI、バラバラに使っていませんか？｜チーム全体で活かすための社内ルール整備の考え方</a:t>
            </a:r>
            <a:r>
              <a:rPr sz="900">
                <a:solidFill>
                  <a:srgbClr val="7F8C8D"/>
                </a:solidFill>
              </a:rPr>
              <a:t>  (2026-07-13)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https://qiita.com/DnD-inc/items/3da0efef96a5c383c7d6</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生成AI、バラバラに使っていませんか？｜チーム全体で活かすための社内ルール整備の考え方
&gt; 本記事は、株式会社DnD（https://dnd-inc.jp）のコラムを一部編集して掲載しています。
&gt; 初出: https://dnd-inc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SESつらいエンジニアが2026年にフリーランスへ転身する最短ルート【データ分析×AI活用】</a:t>
            </a:r>
            <a:r>
              <a:rPr sz="900">
                <a:solidFill>
                  <a:srgbClr val="7F8C8D"/>
                </a:solidFill>
              </a:rPr>
              <a:t>  (2026-07-13)</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https://qiita.com/sescore/items/0874fd5363e1fd43afd4</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SESつらいエンジニアが2026年にフリーランスへ転身する最短ルート【データ分析×AI活用】
「SES、もう限界かも」
そう感じた瞬間、あなたはすでに転換点に立っている。客先常駐で技術が属人化しない、単価交渉は会社任せ、スキルアップの見</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WSL2＋Codex CLIを捨てずにWindows版ChatGPTを追加する構成【Pro X20実践①】</a:t>
            </a:r>
            <a:r>
              <a:rPr sz="900">
                <a:solidFill>
                  <a:srgbClr val="7F8C8D"/>
                </a:solidFill>
              </a:rPr>
              <a:t>  (2026-07-13)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https://qiita.com/ootakazuhiko/items/288b5f29d3fea8f56dd2</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&gt; 検証日：2026年7月12日
&gt; 環境：Windows 11／WSL2／ChatGPT Pro X20／Codex CLI
&gt; ChatGPTやCodexの機能は段階的に展開される場合があります。画面や利用可能な機能が本記事と異なる場合</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AI用のデータ、成功例だけ集めると失敗するという話をまとめてみた</a:t>
            </a:r>
            <a:r>
              <a:rPr sz="900">
                <a:solidFill>
                  <a:srgbClr val="7F8C8D"/>
                </a:solidFill>
              </a:rPr>
              <a:t>  (2026-07-12)</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https://qiita.com/similarmetal/items/86ac2f8bfdcff7b1e245</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問題
ベテランの判断が価値を生んでいる現場は多い。工場の異音検知、建設の地盤判断、インフラ点検の劣化予測、農業の灌水判断、窓口業務の書類審査。共通するのは3点。
1. 判断が成果を左右している
2. その判断はドキュメント化されていない</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【技術解説】ビットコイン価格予測：機械学習で動的ストップロスロジックを活用する方法</a:t>
            </a:r>
            <a:r>
              <a:rPr sz="900">
                <a:solidFill>
                  <a:srgbClr val="7F8C8D"/>
                </a:solidFill>
              </a:rPr>
              <a:t>  (2026-07-12)</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https://zenn.dev/sugarfree/articles/e38393e38383e38388e382b3e382a4e383b3e4bea1e6a</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ビットコイン価格予測：動的ストップロスロジックを活用した機械学習モデルの実装
ビットコインの価格変動は非常に激しく、トレーダーや投資家にとってその予測は難題です。機械学習を活用したアプローチは、価格予測の新たな手法として注目されています。本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M365 Copilotの3段脆弱性「SearchLeak」を監査ログで検知する</a:t>
            </a:r>
            <a:r>
              <a:rPr sz="900">
                <a:solidFill>
                  <a:srgbClr val="7F8C8D"/>
                </a:solidFill>
              </a:rPr>
              <a:t>  (2026-07-13)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https://qiita.com/kai_kou/items/e0ad04a969c099086f51</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TL;DR
- 2026年6月、M365 Copilot Enterprise Search に「SearchLeak」と呼ばれる脆弱性チェーンが報告された（CVE-2026-42824・critical）[^1]。攻撃者が用意した1つの</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同じ記事をClaudeとChatGPTに読ませたら、人間の役割が『承認ゲート』じゃないと分かった</a:t>
            </a:r>
            <a:r>
              <a:rPr sz="900">
                <a:solidFill>
                  <a:srgbClr val="7F8C8D"/>
                </a:solidFill>
              </a:rPr>
              <a:t>  (2026-07-12)</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3"/>
              </a:rPr>
              <a:t>https://zenn.dev/factory_mo/articles/multi-ai-integration-layer</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きっかけは、この記事だった。
情報漏洩に敏感な金融機関で、Claude・Gemini・ChatGPTを導入した話（てくてくエンジニアさん）
漏洩経路を分解して、既存ガードレール＋許可制で制御する、という良質なガバナンス論だ。この記</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Claude Mythosって、OSSのセキュリティコントリビューターが10倍になっただけなんじゃないか？</a:t>
            </a:r>
            <a:r>
              <a:rPr sz="900">
                <a:solidFill>
                  <a:srgbClr val="7F8C8D"/>
                </a:solidFill>
              </a:rPr>
              <a:t>  (2026-07-12)</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4"/>
              </a:rPr>
              <a:t>https://qiita.com/higuuu/items/9920aac66420ecdd0a1c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&lt;!--
Qiitaタグ候補: Security, OSS, AI, LLM, Claude
最終確認日: 2026-07-12
--&gt;
Claude Mythosって、OSSのセキュリティコントリビューターが10倍になっただけなんじゃな</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「AIに機密情報を入れない」で止まっている企業の危うさ</a:t>
            </a:r>
            <a:r>
              <a:rPr sz="900">
                <a:solidFill>
                  <a:srgbClr val="7F8C8D"/>
                </a:solidFill>
              </a:rPr>
              <a:t>  (2026-07-08)</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5"/>
              </a:rPr>
              <a:t>https://qiita.com/mhamadajp/items/adcec6c735213c46c3c2</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生成AIの業務利用が広がる中で、多くの企業はいまだに「AIに機密情報を入れないでください」という注意喚起にとどまっています。
入口としては間違っていません。
しかし、IT技術者、情シス、セキュリティ担当者の視点では、それだけではかなり危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Chrome拡張を個人開発してWeb Storeに公開するまで｜英語メールに30分溶かしていた非エンジニアの話【デモ動画付き】</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https://qiita.com/zhonglin9894/items/1c551f860af8f0d07356</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専門チャット検索機能 の 構成と処理フロー</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https://qiita.com/equeko99/items/bca312fa8e0391ddfd4a</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画像生成AIの後頭部問題 ― Geminiの失敗から思いついた改善仮説</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https://qiita.com/R-7777/items/472edcf6d60054994320</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現在の推論モデルが逆転の呪い(A is B → ×B is A)にどう対策しているか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https://qiita.com/yutowac/items/2fa93a0bb74653fa387d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AIに「なんか違う」を伝えるための適切な修正指示の作り方</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https://qiita.com/nolanlover0527/items/585bf5fde6abbf18847b</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BiRefNet の ONNX モデルで人物画像の背景を透過する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https://qiita.com/kiarina/items/604080dd88a9dd6fbf68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生成AIを信じすぎてやけどした話、そして付き合い方を変えたきっかけ</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https://qiita.com/keiichik_kk/items/85fde668e20d71add4f5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「自立したエンジニア」の次に何を目指すのか SESエンジニアが行き着く先は、AI内製化を支援するフォワードデプロイエンジニアだった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https://qiita.com/1981atsuhiko/items/a3c4fe7aab513b6a5784</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dera AI Weekly Vol.39 — 2026/7/13</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https://qiita.com/dera_news_/items/6df958b890afe77ff436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的成本全是错觉 —— 用「点数 / 订阅 / 压缩」拆解你的「Token 经济」</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https://qiita.com/furuse-kazufumi/items/a8549f4ba13860aff741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비용은 착각투성이 — 크레딧, 구독, 압축으로 읽는 '토큰 경제학'</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https://qiita.com/furuse-kazufumi/items/6bf203c557db204d9502</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Costs Are Full of Illusions — Token Economy, Credits, Compression</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https://qiita.com/furuse-kazufumi/items/a1e1bee139017654e812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AIのコストは錯覚だらけ — クレジット・サブスク・圧縮で読み解く「トークン経済」</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https://qiita.com/furuse-kazufumi/items/3f3d48c1db3fa038fe46</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ActionsでAI生成コンテンツの公開前チェックを作る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https://qiita.com/Miraigent/items/912c6e399f10a39e962c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Apple IntelligenceのローカルLLMをPythonから呼び出したい</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https://qiita.com/mu_ta/items/e80e7d47baca9d40c653</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Weather4cast 2025に今更ながら挑戦してみる：Task 1のデータ確認環境を作る Step1</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https://qiita.com/rino_yume/items/c4fc00fbfaf5d40b731c</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交差検証でテストデータを使っていいのか?: 機械学習と深層学習の正しいCV手順</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https://qiita.com/suujyou3/items/a1a8ea3ba3a40aace054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I wrote an OS to express my love for Neuro-Sama</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https://news.ycombinator.com/item?id=48889020</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Llambda.lisp an LLM Engine in Pure Common Lisp</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https://github.com/jrm-code-project/llambda</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プロンプトエンジニアリングの基本の型 — 初心者が最初に覚える5つの構造</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https://qiita.com/YushiYamamoto/items/fa341209808373c81177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Yuji Tachikawa reports Claude Fable solved a 6-month physics roadblock</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https://twitter.com/yujitach/status/2076327681562644709</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26-07-09 GPT 5.6</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https://qiita.com/masykot582/items/c92449d823ee22c03bef</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まず自国民を守り、育てる ― 財源幻想を超えて考える日本の未来 : Pythonで学ぶ マクロ経済学入門 (98)</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https://qiita.com/maskot1977/items/86400bdb869f54f7a850</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皆が気にしているトークン使用量の「トークン」を具体的に掘り下げてみた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https://zenn.dev/fujimooon/articles/63d978548de1ab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AIに自分の記事をレビューさせたら、記事で批判した現象が目の前で起きた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https://zenn.dev/kinose/articles/445176bccf628c</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ICML 2026 のワークショップに論文が採択されたので、ソウルまで行ってきた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https://zenn.dev/sompojapan_dx/articles/87563d78a6370c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GPT-Image-2入門 — 推論モード・2K解像度・マルチ生成をAPIで実装する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https://zenn.dev/kai_kou/articles/246-gpt-image-2-thinking-api-guide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OpenFugu×ローカルLLM群でマルチAI駆動を検証③ 小型の群れは上位モデルを超えられるか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https://zenn.dev/znet/articles/2026-openfugu-local-multiagent-part3</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初めての機械学習 - タイタニック生存予測で前処理からモデル比較・提出までやってみた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https://zenn.dev/yui_szk/articles/29f102325d65f1</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LLMは「学習を止めている」。Nested Learningが挑む、AIの10年後を決める壁</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https://qiita.com/emi_ndk/items/e8df63dd0f6dd2177ede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【今更きけないCodex】2026年7月アップデート版：ChatGPTデスクトップで最初に見るべき機能と使う順番</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https://qiita.com/TMiyamoto/items/6bd89423d5b38916e48d</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GPT-5.6 Sol / Terra / Luna の違いをざっくり整理する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https://qiita.com/Tadataka_Takahashi/items/181713052b53a5f0a2f7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2026/07/10　技術考察報告書：LLMの限界とReservoir Computingによる知性創発の可能性 その１</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https://zenn.dev/tomy1noriyamame/articles/00bd5af1a8c857</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AIペルソナをJSONでバックアップ・復元・検証する——PIM-DBSというユーザー側プロトコルの設計</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https://zenn.dev/blacksmith_5001/articles/9bf37ddde04282</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AI彼女アプリを作っていて気付いた。思い出すことより、「思い出す順番」の方が難しかった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https://zenn.dev/mitsukida/articles/1c21c9af236f49</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GPT-5.6 解説：Sol・Terra・Lunaと推論レベル、Chat・Work・Codexの違いを整理する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https://qiita.com/comty/items/3ea0e8a4cd761574d0aa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AIに答えを聞くのをやめたら、勉強が少しうまくなった話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https://qiita.com/Y-Watanabe11/items/50e3b9709560443a7e17</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AIスコアで選ぶ 今週のGitHub注目リポジトリ 10選（2026-07-13週）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https://zenn.dev/lazy_engineer/articles/ai-dev-radar-weekly-20260713</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世界的なGPU不足の中で、どうやって安定したAI推論を提供するか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https://zenn.dev/romanark/articles/fde9d41724eda2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ChatGPTで「💡考えて」が消えたのか？→「/」から使えました。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https://qiita.com/dl_from_scratch/items/a79e3682c169ad3d490a</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議事録要約が会議タイプで精度が変わる理由、優先順位プロンプトで頻度バイアスを崩す</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https://zenn.dev/every_ai_recipe/articles/ai-minutes-meeting-type-prompts</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Tips:LLMに方言を話させよう。(1/2)</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https://qiita.com/otoyo0318/items/14d6c81f1eb22d525234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I love LLMs, I hate hype</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https://geohot.github.io//blog/jekyll/update/2026/07/12/i-love-llms.html</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Mechanistic interpretability researchers applying causality theory to LLMs</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https://cacm.acm.org/news/can-we-understand-how-large-language-models-reason/</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 英語メール 作成 使い方 4場面テンプレ</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https://qiita.com/saltyoffice/items/fe9b3c58ace184d624ea</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RapidOCR で PP-OCRv6-small の日本語・英語 OCR を試す</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https://qiita.com/kiarina/items/b4bc1fa99b56bdcff8db</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AIの答案をAIに採点させたら、採点者ごとに点が違った——LLM-as-judgeを疑って測る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https://zenn.dev/ke_furuya/articles/96b0b15b84d9f0</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AI駆動開発に関するお勉強</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https://qiita.com/hinemoz/items/1aee7824b02a6d40376d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【AI進化の歴史：第4回】2010年：ディープラーニング前夜とImageNetの始動</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https://qiita.com/mkuwan/items/e33323bb0eb79a618fde</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WSL(Ubuntu)でJava開発環境を整える ～JDKのインストールと動作確認～</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https://qiita.com/ohden_indie/items/cc6f7e3beeb134e17cff</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【AI進化の歴史：第3回】静かなる革命：機械学習 of 台頭とデータ時代の幕開け (1990〜2000年代)</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https://qiita.com/mkuwan/items/1dbdbd023fe763025162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Geminiの会話をChatGPTへ移行するWebアプリを作った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https://zenn.dev/kamab0k0/articles/69691e95d7992e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聞きながら話すGPT-Live、重い思考をGPT-5.5に回す2層構成</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https://qiita.com/okssusucha/items/d12c24530c5494b4b6aa</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その「回収率120%」、前処理の正規化定数がリークしていませんか——20行でできる点検</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https://zenn.dev/kensho_ya/articles/keiba-backtest-leak-check</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生成AIに「Inpainting（物体消去）」を聞いてみた（LaMaで塗って消す）</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https://zenn.dev/tkpurine/articles/inpainting-lama-object-removal</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ChatGPTの回答完了時に通知音を鳴らす（Chrome + Tampermonkey）</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https://zenn.dev/ramenpanda/articles/87c548128bebaf</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Sites】CodexでWebアプリ・ゲームを直接公開可能に！AWSやCloudflareなど不要</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https://zenn.dev/dec/articles/introducing-codex-sites</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プロンプトを追うのが面倒なので、NotebookLMに丸投げしてみた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https://qiita.com/tech_tech_pingu/items/a0f11dc881abc16ad8d1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Stop Telling Me to Ask an LLM</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https://blog.yaelwrites.com/stop-telling-me-to-ask-an-llm/</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ChatGPT5.6の登場、それは料理人の役割を 下ごしらえ・調理・総料理長 の三段構えにしたような世界</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https://zenn.dev/syoshida07/articles/9d425969ff5064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【個人開発】英単語がとっさに出てこない問題を解決したい</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https://qiita.com/kohki_takatama/items/400045918b03d644a508</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電気回路からはじめる機械学習・AI入門(生成AIに質問用)</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https://zenn.dev/qwerewq/articles/c248a01a3500bd</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【技術解説】VWAPに基づく執行アルゴリズムをPythonで実装する方法</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https://qiita.com/sugarfree/items/189eacc55f357e246ce8</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ぷよクエをたのしく！アプリをつくってみよう！（おまけ）</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https://qiita.com/puyon/items/a9f7dd8f181e1890e580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【悲報】「受注企業だけで学習すれば精度が上がる」は本当。でも、そのモデルは実戦で爆死します</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https://qiita.com/Gotoubun_taiwan/items/ccde9f77ac928d0ddc90</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AIに質問しても微妙な答えしか返ってこない人が、最初に直すべきこと</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https://zenn.dev/kazukisakai0129/articles/a9446e52a397ec</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GEO入門 2026 — ChatGPT/Perplexityに「引用される」コンテンツ設計まとめ</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https://zenn.dev/sunsun_eng/articles/geo-ai-search-2026</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M1 Macで完全無料ローカルAI作曲 — ACE-Step 1.5で100秒の歌もの2曲が58秒で出るまでの実録</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https://zenn.dev/umamon/articles/c78d08f31659cc</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孫のためにAI「侍読」を作った ― ローカルLLMのジレンマをClaudeで解いた話</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https://zenn.dev/blu_wave/articles/jidoku-claude-kernel-rag-story</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AIに3案出させても似た案しか出ない原因、軸を先に固定して分岐させる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https://zenn.dev/every_ai_recipe/articles/ai-idea-options-3-axes</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58年ぶりの進化？GoogleのMagic Pointerが変えるAI×UI</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https://qiita.com/kinamocchi_tech/items/0cfdd02ab47114b19b9b</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GPT-3.5に焦り、o1に震え、GPT-5に抜かれた。エンジニアが感想で振り返るGPT史</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https://zenn.dev/nishiryo/articles/c7d2a94f31b84e0f9a6c5d18e2b7f403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【Web完結】GPT-5.6 Sol×Image 2.0で編集可能なスライドを作り、資料とっても素敵マンになる方法</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https://zenn.dev/acntechjp/articles/76a9e436ae7391</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APIでニュースを要約してSNS投稿文を作る方法【Python】</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https://qiita.com/kotajobs0/items/a1d059f6d8affb64a755</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CodexのdefaultをGPT-5.6 Terraにした理由：GPT-5.5/5.4との比較</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https://zenn.dev/hjpotter1/articles/59622ac112d0a7</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【特化型 ⑦】"トレンド/疫学用"スライド構成プロンプト完全解説──疫学研究を美しく発表する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https://qiita.com/rehab-datascience/items/9efb0f1a15f5b26ca2f0</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30往復の試行錯誤を「1発で再現するプロンプト」に変える ― Prompt Distillationの科学【LLMと上手く付き合う連載 #6】</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https://qiita.com/ha-te/items/a65560d5d4edf70b43dc</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AIの引き継ぎは「聞き間違いのない伝言ゲーム」 ― Context Handoffで情報が静かに死ぬ理由と、原文ママ戦略【LLMと上手く付き合う連載 …</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https://qiita.com/ha-te/items/99d7076cf0ff233ee5ca</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AIに聞く前に猫を吸え：ChatGPT時代のエラー調査術</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https://qiita.com/ochtum/items/574f0436e72212bdaf42</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API の Computer Use を Google Colab で動かす - Wikipedia検索</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https://qiita.com/Tadataka_Takahashi/items/4b6916d774ce639c5754</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AIは「あなたの味方」であろうとしすぎる ― Sycophancy(迎合)の正体はKPI最適化【LLMと上手く付き合う連載 #4】</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https://qiita.com/ha-te/items/45d982a8b3d5fc0da797</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データが信頼をつくる ― 多文化共生と政策評価を経済学で考える : Pythonで学ぶ マクロ経済学入門 (97)</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https://qiita.com/maskot1977/items/9c524b0a7dbfb2581103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AIは会話が長引くほど「腐る」 ― Context Rotと、話題ごとにチャットを分ける理由【LLMと上手く付き合う連載 #3】</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https://qiita.com/ha-te/items/4e0420ebe5a948667705</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マニュアルを取り込むと、出典付きで答える。自社SaaS「マニュアルさん」を公開しました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https://qiita.com/yo-shie/items/bf78e3d2d511e5d72593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知識ゼロ人間がGeminiと壁打ちしてM5StackでIoTデバイスを作ったドキュメンタリー(3)実装とバグ修正編</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https://qiita.com/kiri_tech/items/0c9205aceae0f0a0c6d0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知識ゼロ人間がGeminiと壁打ちしてM5StackでIoTデバイスを作ったドキュメンタリー(2)開発環境とバージョン地獄編</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https://qiita.com/kiri_tech/items/319634dc17042d791514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知識ゼロ人間がGeminiと壁打ちしてM5StackでIoTデバイスを作ったドキュメンタリー(1)きっかけと環境構築編</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https://qiita.com/kiri_tech/items/0776733101cb77266614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知識ゼロ人間がGeminiと壁打ちしてM5StackでIoTデバイスを作ったドキュメンタリー(4)AI協働開発の面白さと今後の展望</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https://qiita.com/kiri_tech/items/09632fe4eccacf6c452b</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AIは長文の「真ん中」を読み飛ばす ― Lost in the Middleを、設計で越える【LLMと上手く付き合う連載 #2】</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https://qiita.com/ha-te/items/b49a79c79bbee9b46ff0</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AIにコードを書かせる前に「実装メモ」を作ると失敗が減った話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https://qiita.com/kazukisakai0129/items/aa8d2cda34aff2a20892</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「とりあえず投げる」から「ちゃんと指示する」へ ― AIプロンプトのコツまとめ</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https://qiita.com/suneo46/items/0fa36bb619ffef5ff7e3</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の thinking_level を変更しても、答えのある問題では差が出なかった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https://qiita.com/asayan_mana/items/59535723dafc06a8f701</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 LLM で英語も学べるシステムプロンプトに固定する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https://qiita.com/yutowac/items/f30d5ffc71ce7358b13f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Tips:システムペルソナ参照、青い奴らが大集合</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https://qiita.com/otoyo0318/items/648d1a4646d1bf88ce80</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https://zenn.dev/sapolas/articles/7e36aca3347e06</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https://zenn.dev/kenta_kadowaki/articles/56d3a502356202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StableDiffusionでLoraを使う（コードから使う）</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https://zenn.dev/mlboydaisuke/articles/e56291d606e61348ff27</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AIが詐欺師に『かんぴょう巻き？』と言い始めた話——Claude Artifactで詐欺電話撃退デモアプリを20分で作った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https://zenn.dev/miki_mini/articles/f5a0b85f84bbd6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自然言語によるLiveness Probe：/LPプロトコルを用いたAPI主導のLLM動的デバッグとセッション管理</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https://zenn.dev/nozmat/articles/e414ab808ebc1e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普通の写真を一瞬で爆笑＆ノスタルジックな思い出に変える最強AIプロンプト3選</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https://zenn.dev/saturday/articles/97f0f577d40e14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