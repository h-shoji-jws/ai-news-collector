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pds_siken/items/82ce5498ae70c68f54aa" TargetMode="External"/><Relationship Id="rId3" Type="http://schemas.openxmlformats.org/officeDocument/2006/relationships/hyperlink" Target="https://qiita.com/kazuharu2022/items/c0cbeea9ecef372d0ea4" TargetMode="External"/><Relationship Id="rId4" Type="http://schemas.openxmlformats.org/officeDocument/2006/relationships/hyperlink" Target="https://qiita.com/Udesk/items/dd21ca0c571fdb5b361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pds_siken/items/e6c433fd4285e81a1746" TargetMode="External"/><Relationship Id="rId3" Type="http://schemas.openxmlformats.org/officeDocument/2006/relationships/hyperlink" Target="https://qiita.com/tomet/items/ffb2187b0220e2f78b11" TargetMode="External"/><Relationship Id="rId4" Type="http://schemas.openxmlformats.org/officeDocument/2006/relationships/hyperlink" Target="https://qiita.com/rino_yume/items/5b36d19b482600d15531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picnic/items/f92fc8a0491c7f721c5d" TargetMode="External"/><Relationship Id="rId3" Type="http://schemas.openxmlformats.org/officeDocument/2006/relationships/hyperlink" Target="https://qiita.com/picnic/items/cbdf74a39fe26a9292d1" TargetMode="External"/><Relationship Id="rId4" Type="http://schemas.openxmlformats.org/officeDocument/2006/relationships/hyperlink" Target="https://qiita.com/yumicat/items/82234f3c77a707d46b52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Urushihara-T/items/f878ffb348694926eb94" TargetMode="External"/><Relationship Id="rId3" Type="http://schemas.openxmlformats.org/officeDocument/2006/relationships/hyperlink" Target="https://qiita.com/ReQ_HY/items/40c85586c33888d9dd79" TargetMode="External"/><Relationship Id="rId4" Type="http://schemas.openxmlformats.org/officeDocument/2006/relationships/hyperlink" Target="https://qiita.com/Junko-Takahashi-Cloud/items/70df4b6fa4ad69a2b4ea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ibera.chat/news/bot-policy-update" TargetMode="External"/><Relationship Id="rId3" Type="http://schemas.openxmlformats.org/officeDocument/2006/relationships/hyperlink" Target="https://github.com/muhammadmahadazher/ModelMRI" TargetMode="External"/><Relationship Id="rId4" Type="http://schemas.openxmlformats.org/officeDocument/2006/relationships/hyperlink" Target="https://qiita.com/kai_kou/items/b5c0d61f027388eab896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pds_siken/items/82ce5498ae70c68f54aa" TargetMode="External"/><Relationship Id="rId3" Type="http://schemas.openxmlformats.org/officeDocument/2006/relationships/hyperlink" Target="https://qiita.com/kazuharu2022/items/c0cbeea9ecef372d0ea4" TargetMode="External"/><Relationship Id="rId4" Type="http://schemas.openxmlformats.org/officeDocument/2006/relationships/hyperlink" Target="https://qiita.com/Udesk/items/dd21ca0c571fdb5b3614" TargetMode="External"/><Relationship Id="rId5" Type="http://schemas.openxmlformats.org/officeDocument/2006/relationships/hyperlink" Target="https://qiita.com/yukihayama/items/77406370480f39bff2f4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yoggydev/items/9faa158f11849ab42d94" TargetMode="External"/><Relationship Id="rId3" Type="http://schemas.openxmlformats.org/officeDocument/2006/relationships/hyperlink" Target="https://qiita.com/Takuya__/items/c505c5190be3765f2cd8" TargetMode="External"/><Relationship Id="rId4" Type="http://schemas.openxmlformats.org/officeDocument/2006/relationships/hyperlink" Target="https://zenn.dev/joinclass/articles/2-ai-1-20260824220004-31128" TargetMode="External"/><Relationship Id="rId5" Type="http://schemas.openxmlformats.org/officeDocument/2006/relationships/hyperlink" Target="https://zenn.dev/takuh/articles/93570a8bf8c846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pds_siken/items/e6c433fd4285e81a1746" TargetMode="External"/><Relationship Id="rId3" Type="http://schemas.openxmlformats.org/officeDocument/2006/relationships/hyperlink" Target="https://qiita.com/tomet/items/ffb2187b0220e2f78b11" TargetMode="External"/><Relationship Id="rId4" Type="http://schemas.openxmlformats.org/officeDocument/2006/relationships/hyperlink" Target="https://qiita.com/rino_yume/items/5b36d19b482600d15531" TargetMode="External"/><Relationship Id="rId5" Type="http://schemas.openxmlformats.org/officeDocument/2006/relationships/hyperlink" Target="https://www.lighthousenewsletter.com/p/rag-is-simpler-than-you-think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schhrcat/articles/f9324e8e88dc64" TargetMode="External"/><Relationship Id="rId3" Type="http://schemas.openxmlformats.org/officeDocument/2006/relationships/hyperlink" Target="https://qiita.com/GeneLab_999/items/8f4868b162510ec1e0d2" TargetMode="External"/><Relationship Id="rId4" Type="http://schemas.openxmlformats.org/officeDocument/2006/relationships/hyperlink" Target="https://qiita.com/picnic/items/03f058151f6bdc542405" TargetMode="External"/><Relationship Id="rId5" Type="http://schemas.openxmlformats.org/officeDocument/2006/relationships/hyperlink" Target="https://qiita.com/yukihayama/items/d33c21b71d04d8a9ceb1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picnic/items/f92fc8a0491c7f721c5d" TargetMode="External"/><Relationship Id="rId3" Type="http://schemas.openxmlformats.org/officeDocument/2006/relationships/hyperlink" Target="https://qiita.com/picnic/items/cbdf74a39fe26a9292d1" TargetMode="External"/><Relationship Id="rId4" Type="http://schemas.openxmlformats.org/officeDocument/2006/relationships/hyperlink" Target="https://qiita.com/yumicat/items/82234f3c77a707d46b52" TargetMode="External"/><Relationship Id="rId5" Type="http://schemas.openxmlformats.org/officeDocument/2006/relationships/hyperlink" Target="https://qiita.com/DaokFrontier/items/728f21cc3cd0dc329727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espritfort_tech/items/fe664b88fb9077b385d9" TargetMode="External"/><Relationship Id="rId3" Type="http://schemas.openxmlformats.org/officeDocument/2006/relationships/hyperlink" Target="https://qiita.com/0903osa/items/7cc83be8294d87326170" TargetMode="External"/><Relationship Id="rId4" Type="http://schemas.openxmlformats.org/officeDocument/2006/relationships/hyperlink" Target="https://qiita.com/moha0918_/items/deb59f3dca09a54fd7c8" TargetMode="External"/><Relationship Id="rId5" Type="http://schemas.openxmlformats.org/officeDocument/2006/relationships/hyperlink" Target="https://qiita.com/ReQ_HY/items/296b400fbd3995e71aa6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Urushihara-T/items/f878ffb348694926eb94" TargetMode="External"/><Relationship Id="rId3" Type="http://schemas.openxmlformats.org/officeDocument/2006/relationships/hyperlink" Target="https://qiita.com/ReQ_HY/items/40c85586c33888d9dd79" TargetMode="External"/><Relationship Id="rId4" Type="http://schemas.openxmlformats.org/officeDocument/2006/relationships/hyperlink" Target="https://qiita.com/Junko-Takahashi-Cloud/items/70df4b6fa4ad69a2b4ea" TargetMode="External"/><Relationship Id="rId5" Type="http://schemas.openxmlformats.org/officeDocument/2006/relationships/hyperlink" Target="https://qiita.com/ootakazuhiko/items/c11b74816bab657ef63b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NTTDATA-Kyushu-Cloud/items/b4a5f7172c801ebe02a6" TargetMode="External"/><Relationship Id="rId3" Type="http://schemas.openxmlformats.org/officeDocument/2006/relationships/hyperlink" Target="https://qiita.com/NTTDkyushu_CRM_CyberSec/items/cc9e07b8cf9c3ac4f4d4" TargetMode="External"/><Relationship Id="rId4" Type="http://schemas.openxmlformats.org/officeDocument/2006/relationships/hyperlink" Target="https://qiita.com/shimitaro/items/68dd631fd77929f539b2" TargetMode="External"/><Relationship Id="rId5" Type="http://schemas.openxmlformats.org/officeDocument/2006/relationships/hyperlink" Target="https://qiita.com/inoyu-qiita/items/148acef97e0e53457304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ibera.chat/news/bot-policy-update" TargetMode="External"/><Relationship Id="rId3" Type="http://schemas.openxmlformats.org/officeDocument/2006/relationships/hyperlink" Target="https://github.com/muhammadmahadazher/ModelMRI" TargetMode="External"/><Relationship Id="rId4" Type="http://schemas.openxmlformats.org/officeDocument/2006/relationships/hyperlink" Target="https://qiita.com/kai_kou/items/b5c0d61f027388eab896" TargetMode="External"/><Relationship Id="rId5" Type="http://schemas.openxmlformats.org/officeDocument/2006/relationships/hyperlink" Target="https://qiita.com/softbase/items/0f740c39a0a2f7332744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ikihitooooo/items/c419f0503228120404a8" TargetMode="External"/><Relationship Id="rId3" Type="http://schemas.openxmlformats.org/officeDocument/2006/relationships/hyperlink" Target="https://qiita.com/mikihitooooo/items/31712c5b98c2de07321b" TargetMode="External"/><Relationship Id="rId4" Type="http://schemas.openxmlformats.org/officeDocument/2006/relationships/hyperlink" Target="https://zenn.dev/think_node/articles/3658e943c32baa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inase5/items/93c80637bb07ab64c1e8" TargetMode="External"/><Relationship Id="rId3" Type="http://schemas.openxmlformats.org/officeDocument/2006/relationships/hyperlink" Target="https://qiita.com/ishizakahiroshi/items/36b652d03016c3f59739" TargetMode="External"/><Relationship Id="rId4" Type="http://schemas.openxmlformats.org/officeDocument/2006/relationships/hyperlink" Target="https://qiita.com/Synthorai/items/920eab4dac65c84fc7f8" TargetMode="External"/><Relationship Id="rId5" Type="http://schemas.openxmlformats.org/officeDocument/2006/relationships/hyperlink" Target="https://qiita.com/kaga-yasumitsu/items/4fd5c11290077f1579af" TargetMode="External"/><Relationship Id="rId6" Type="http://schemas.openxmlformats.org/officeDocument/2006/relationships/hyperlink" Target="https://qiita.com/fky/items/6549f4208d26079267ef" TargetMode="External"/><Relationship Id="rId7" Type="http://schemas.openxmlformats.org/officeDocument/2006/relationships/hyperlink" Target="https://qiita.com/Akinori901/items/58cfa10f57c1fac9358f" TargetMode="External"/><Relationship Id="rId8" Type="http://schemas.openxmlformats.org/officeDocument/2006/relationships/hyperlink" Target="https://qiita.com/h-nasu/items/5634ceb0619b37ef7f98" TargetMode="External"/><Relationship Id="rId9" Type="http://schemas.openxmlformats.org/officeDocument/2006/relationships/hyperlink" Target="https://qiita.com/minase5/items/6ceba749a8a94f4278dd" TargetMode="External"/><Relationship Id="rId10" Type="http://schemas.openxmlformats.org/officeDocument/2006/relationships/hyperlink" Target="https://qiita.com/eiri_ai/items/d63a81acce73b85c293a" TargetMode="External"/><Relationship Id="rId11" Type="http://schemas.openxmlformats.org/officeDocument/2006/relationships/hyperlink" Target="https://qiita.com/GeneLab_999/items/5f6fedad9eee99d0fa5a" TargetMode="External"/><Relationship Id="rId12" Type="http://schemas.openxmlformats.org/officeDocument/2006/relationships/hyperlink" Target="https://qiita.com/kobori_slj/items/590eabc56daa0bb0ff53" TargetMode="External"/><Relationship Id="rId13" Type="http://schemas.openxmlformats.org/officeDocument/2006/relationships/hyperlink" Target="https://qiita.com/hironakamura_ai/items/382d69d8f38bec77f592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lowgain/items/434d5ef1066b9ce57280" TargetMode="External"/><Relationship Id="rId3" Type="http://schemas.openxmlformats.org/officeDocument/2006/relationships/hyperlink" Target="https://qiita.com/nttdata-ccs-techblog/items/5370f5a4764792f77e8d" TargetMode="External"/><Relationship Id="rId4" Type="http://schemas.openxmlformats.org/officeDocument/2006/relationships/hyperlink" Target="https://qiita.com/okssusucha/items/b88ac3f4c05d9028e594" TargetMode="External"/><Relationship Id="rId5" Type="http://schemas.openxmlformats.org/officeDocument/2006/relationships/hyperlink" Target="https://qiita.com/yujiiwadate0247/items/826a6d14bb69e46b84be" TargetMode="External"/><Relationship Id="rId6" Type="http://schemas.openxmlformats.org/officeDocument/2006/relationships/hyperlink" Target="https://qiita.com/maskot1977/items/5082e3a42ee71f55ffb1" TargetMode="External"/><Relationship Id="rId7" Type="http://schemas.openxmlformats.org/officeDocument/2006/relationships/hyperlink" Target="https://qiita.com/Flip451/items/051aac37022af6823e51" TargetMode="External"/><Relationship Id="rId8" Type="http://schemas.openxmlformats.org/officeDocument/2006/relationships/hyperlink" Target="https://zenn.dev/gixo/articles/kimi-k3-kda-mla-moe-architecture" TargetMode="External"/><Relationship Id="rId9" Type="http://schemas.openxmlformats.org/officeDocument/2006/relationships/hyperlink" Target="https://zenn.dev/shiomusubi/articles/018a16947e0532" TargetMode="External"/><Relationship Id="rId10" Type="http://schemas.openxmlformats.org/officeDocument/2006/relationships/hyperlink" Target="https://zenn.dev/hilopon/articles/git-memory-source-of-truth" TargetMode="External"/><Relationship Id="rId11" Type="http://schemas.openxmlformats.org/officeDocument/2006/relationships/hyperlink" Target="https://zenn.dev/sapolas/articles/45a3a1456e1dfb" TargetMode="External"/><Relationship Id="rId12" Type="http://schemas.openxmlformats.org/officeDocument/2006/relationships/hyperlink" Target="https://zenn.dev/kas_blog/articles/20260824-reasoning-aware-compression" TargetMode="External"/><Relationship Id="rId13" Type="http://schemas.openxmlformats.org/officeDocument/2006/relationships/hyperlink" Target="https://qiita.com/a_tochi/items/765489218b0e7ffda6de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wimmingbrain/texbrain" TargetMode="External"/><Relationship Id="rId3" Type="http://schemas.openxmlformats.org/officeDocument/2006/relationships/hyperlink" Target="https://qiita.com/minase5/items/7e96557dd183e247c7ab" TargetMode="External"/><Relationship Id="rId4" Type="http://schemas.openxmlformats.org/officeDocument/2006/relationships/hyperlink" Target="https://qiita.com/hiroshi_imaoku/items/0ff91031fe4bad9dc688" TargetMode="External"/><Relationship Id="rId5" Type="http://schemas.openxmlformats.org/officeDocument/2006/relationships/hyperlink" Target="https://zenn.dev/flip451/articles/sotohe-test-obligation-gate" TargetMode="External"/><Relationship Id="rId6" Type="http://schemas.openxmlformats.org/officeDocument/2006/relationships/hyperlink" Target="https://zenn.dev/okamo02427/articles/d5a162d4606a01" TargetMode="External"/><Relationship Id="rId7" Type="http://schemas.openxmlformats.org/officeDocument/2006/relationships/hyperlink" Target="https://zenn.dev/syoshida07/articles/74c161db43677c" TargetMode="External"/><Relationship Id="rId8" Type="http://schemas.openxmlformats.org/officeDocument/2006/relationships/hyperlink" Target="https://qiita.com/susie000720/items/f5318d52087dc138c1c3" TargetMode="External"/><Relationship Id="rId9" Type="http://schemas.openxmlformats.org/officeDocument/2006/relationships/hyperlink" Target="https://qiita.com/mrrclb48z/items/f042230646cd4e1ba4e4" TargetMode="External"/><Relationship Id="rId10" Type="http://schemas.openxmlformats.org/officeDocument/2006/relationships/hyperlink" Target="https://zenn.dev/hiro_algo/articles/fx-lstm-usdjpy-accuracy" TargetMode="External"/><Relationship Id="rId11" Type="http://schemas.openxmlformats.org/officeDocument/2006/relationships/hyperlink" Target="https://qiita.com/mrrclb48z/items/e477e906dae6a846346f" TargetMode="External"/><Relationship Id="rId12" Type="http://schemas.openxmlformats.org/officeDocument/2006/relationships/hyperlink" Target="https://qiita.com/GeneLab_999/items/118327a750f45616507b" TargetMode="External"/><Relationship Id="rId13" Type="http://schemas.openxmlformats.org/officeDocument/2006/relationships/hyperlink" Target="https://zenn.dev/m2yagyu/articles/rope-long-context-breakdown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asykot582/items/35a285ab81bae54f7f59" TargetMode="External"/><Relationship Id="rId3" Type="http://schemas.openxmlformats.org/officeDocument/2006/relationships/hyperlink" Target="https://qiita.com/okssusucha/items/4e474083a840d58bbfca" TargetMode="External"/><Relationship Id="rId4" Type="http://schemas.openxmlformats.org/officeDocument/2006/relationships/hyperlink" Target="https://zenn.dev/satoshiakiyama/articles/ada924995ee37b" TargetMode="External"/><Relationship Id="rId5" Type="http://schemas.openxmlformats.org/officeDocument/2006/relationships/hyperlink" Target="https://zenn.dev/simossyi/articles/d45eb33a52bfe9" TargetMode="External"/><Relationship Id="rId6" Type="http://schemas.openxmlformats.org/officeDocument/2006/relationships/hyperlink" Target="https://qiita.com/moname_ai/items/c6f488f184367bce3d40" TargetMode="External"/><Relationship Id="rId7" Type="http://schemas.openxmlformats.org/officeDocument/2006/relationships/hyperlink" Target="https://zenn.dev/gixo/articles/kimi-k3-transformer-decoder-llm-core-arch" TargetMode="External"/><Relationship Id="rId8" Type="http://schemas.openxmlformats.org/officeDocument/2006/relationships/hyperlink" Target="https://zenn.dev/shiomusubi/articles/897e5b9c1913cf" TargetMode="External"/><Relationship Id="rId9" Type="http://schemas.openxmlformats.org/officeDocument/2006/relationships/hyperlink" Target="https://zenn.dev/exapolicy/articles/dbda26ea383b7e" TargetMode="External"/><Relationship Id="rId10" Type="http://schemas.openxmlformats.org/officeDocument/2006/relationships/hyperlink" Target="https://zenn.dev/chimirohi/articles/9ecd29963eaac4" TargetMode="External"/><Relationship Id="rId11" Type="http://schemas.openxmlformats.org/officeDocument/2006/relationships/hyperlink" Target="https://zenn.dev/every_ai_recipe/articles/ai-memory-feature-check" TargetMode="External"/><Relationship Id="rId12" Type="http://schemas.openxmlformats.org/officeDocument/2006/relationships/hyperlink" Target="https://qiita.com/dera_news_/items/3d8e59f9c8320823ccd7" TargetMode="External"/><Relationship Id="rId13" Type="http://schemas.openxmlformats.org/officeDocument/2006/relationships/hyperlink" Target="https://qiita.com/vivinko/items/4c882d3f86f8bd86621b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satoshiakiyama/articles/908992467395e8" TargetMode="External"/><Relationship Id="rId3" Type="http://schemas.openxmlformats.org/officeDocument/2006/relationships/hyperlink" Target="https://qiita.com/mrrclb48z/items/c39b31915a3c39975afa" TargetMode="External"/><Relationship Id="rId4" Type="http://schemas.openxmlformats.org/officeDocument/2006/relationships/hyperlink" Target="https://zenn.dev/yukinekonyan/articles/65d60a8f717151" TargetMode="External"/><Relationship Id="rId5" Type="http://schemas.openxmlformats.org/officeDocument/2006/relationships/hyperlink" Target="https://zenn.dev/baleenstudio/articles/e6189a86d75420" TargetMode="External"/><Relationship Id="rId6" Type="http://schemas.openxmlformats.org/officeDocument/2006/relationships/hyperlink" Target="https://qiita.com/masykot582/items/9d80eaa494803f4ebe6a" TargetMode="External"/><Relationship Id="rId7" Type="http://schemas.openxmlformats.org/officeDocument/2006/relationships/hyperlink" Target="https://qiita.com/ishizakahiroshi/items/a7065348ad7ca46ca521" TargetMode="External"/><Relationship Id="rId8" Type="http://schemas.openxmlformats.org/officeDocument/2006/relationships/hyperlink" Target="https://qiita.com/satoshi-sugiyama/items/7e4f9a02a1d458388987" TargetMode="External"/><Relationship Id="rId9" Type="http://schemas.openxmlformats.org/officeDocument/2006/relationships/hyperlink" Target="https://zenn.dev/anguoyang/articles/589250e3b61cc9" TargetMode="External"/><Relationship Id="rId10" Type="http://schemas.openxmlformats.org/officeDocument/2006/relationships/hyperlink" Target="https://qiita.com/mrrclb48z/items/b2428c0638c7fe6ec5a5" TargetMode="External"/><Relationship Id="rId11" Type="http://schemas.openxmlformats.org/officeDocument/2006/relationships/hyperlink" Target="https://qiita.com/nice2culuvs/items/003a6cd1cc641abf72ac" TargetMode="External"/><Relationship Id="rId12" Type="http://schemas.openxmlformats.org/officeDocument/2006/relationships/hyperlink" Target="https://zenn.dev/mol6235/articles/7c0790d902c0c3" TargetMode="External"/><Relationship Id="rId13" Type="http://schemas.openxmlformats.org/officeDocument/2006/relationships/hyperlink" Target="https://zenn.dev/kai_ai/articles/f633f5245ac04d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asato952/items/565373672785ee30918d" TargetMode="External"/><Relationship Id="rId3" Type="http://schemas.openxmlformats.org/officeDocument/2006/relationships/hyperlink" Target="https://zenn.dev/tkithrta/articles/0c40c3e9fbda6c" TargetMode="External"/><Relationship Id="rId4" Type="http://schemas.openxmlformats.org/officeDocument/2006/relationships/hyperlink" Target="https://zenn.dev/yamadatt/articles/20260823-codex-banked-reset" TargetMode="External"/><Relationship Id="rId5" Type="http://schemas.openxmlformats.org/officeDocument/2006/relationships/hyperlink" Target="https://qiita.com/mapmc/items/a37fb37d869aa657e300" TargetMode="External"/><Relationship Id="rId6" Type="http://schemas.openxmlformats.org/officeDocument/2006/relationships/hyperlink" Target="https://zenn.dev/shineos/articles/local-llm-finance-internal-manual-qa" TargetMode="External"/><Relationship Id="rId7" Type="http://schemas.openxmlformats.org/officeDocument/2006/relationships/hyperlink" Target="https://qiita.com/udowanllc/items/489deb269045ae13299e" TargetMode="External"/><Relationship Id="rId8" Type="http://schemas.openxmlformats.org/officeDocument/2006/relationships/hyperlink" Target="https://qiita.com/h-nasu/items/d0b2601bb179a6cdd5eb" TargetMode="External"/><Relationship Id="rId9" Type="http://schemas.openxmlformats.org/officeDocument/2006/relationships/hyperlink" Target="https://zenn.dev/todesking/articles/d23fd40b319388" TargetMode="External"/><Relationship Id="rId10" Type="http://schemas.openxmlformats.org/officeDocument/2006/relationships/hyperlink" Target="https://qiita.com/otoyo0318/items/411f8f3d4813f66c3af9" TargetMode="External"/><Relationship Id="rId11" Type="http://schemas.openxmlformats.org/officeDocument/2006/relationships/hyperlink" Target="https://qiita.com/Skillsheet-Port/items/0ea38eeebb9b94dc708e" TargetMode="External"/><Relationship Id="rId12" Type="http://schemas.openxmlformats.org/officeDocument/2006/relationships/hyperlink" Target="https://qiita.com/ramutarafarm/items/3625867c29a869e9f94d" TargetMode="External"/><Relationship Id="rId13" Type="http://schemas.openxmlformats.org/officeDocument/2006/relationships/hyperlink" Target="https://qiita.com/Rapls/items/8acc4aa395b04c184e96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Skillsheet-Port/items/4cd692961ed03421b794" TargetMode="External"/><Relationship Id="rId3" Type="http://schemas.openxmlformats.org/officeDocument/2006/relationships/hyperlink" Target="https://zenn.dev/jinfuroi/articles/b2e3c2c66f7d74" TargetMode="External"/><Relationship Id="rId4" Type="http://schemas.openxmlformats.org/officeDocument/2006/relationships/hyperlink" Target="https://qiita.com/masa1113/items/a5093e0c5cd81ff56e10" TargetMode="External"/><Relationship Id="rId5" Type="http://schemas.openxmlformats.org/officeDocument/2006/relationships/hyperlink" Target="https://qiita.com/emuyn/items/4379a56943d36d20ef02" TargetMode="External"/><Relationship Id="rId6" Type="http://schemas.openxmlformats.org/officeDocument/2006/relationships/hyperlink" Target="https://zenn.dev/hajimeteradio3/articles/c710f3020097ae" TargetMode="External"/><Relationship Id="rId7" Type="http://schemas.openxmlformats.org/officeDocument/2006/relationships/hyperlink" Target="https://zenn.dev/jinfuroi/articles/f5ee4abc096810" TargetMode="External"/><Relationship Id="rId8" Type="http://schemas.openxmlformats.org/officeDocument/2006/relationships/hyperlink" Target="https://qiita.com/AlexAlex/items/553b864dd25c0ce81adb" TargetMode="External"/><Relationship Id="rId9" Type="http://schemas.openxmlformats.org/officeDocument/2006/relationships/hyperlink" Target="https://zenn.dev/sapolas/articles/7e36aca3347e06" TargetMode="External"/><Relationship Id="rId10" Type="http://schemas.openxmlformats.org/officeDocument/2006/relationships/hyperlink" Target="https://zenn.dev/kenta_kadowaki/articles/56d3a50235620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88952" cy="54864"/>
          </a:xfrm>
          <a:prstGeom prst="rect">
            <a:avLst/>
          </a:prstGeom>
          <a:solidFill>
            <a:srgbClr val="52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AI ニュース日報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ED6F1"/>
                </a:solidFill>
              </a:rPr>
              <a:t>2026-08-26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5C1E9"/>
                </a:solidFill>
              </a:rPr>
              <a:t>総収集記事数：206 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52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本日のテーマ別サマリー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554480"/>
          <a:ext cx="94183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1737360"/>
                <a:gridCol w="192024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テーマ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件数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割合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IT運用・自動化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74C3C"/>
                          </a:solidFill>
                        </a:rPr>
                        <a:t>12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RAG・検索基盤設計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980B9"/>
                          </a:solidFill>
                        </a:rPr>
                        <a:t>29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12.1%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AIエージェント開発・運用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439AD"/>
                          </a:solidFill>
                        </a:rPr>
                        <a:t>77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32.1%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生成AI活用の現場実践・他社事例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7AE60"/>
                          </a:solidFill>
                        </a:rPr>
                        <a:t>28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11.7%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AIガバナンス・セキュリティ・社内ルール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7E22"/>
                          </a:solidFill>
                        </a:rPr>
                        <a:t>13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5.4%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その他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F8C8D"/>
                          </a:solidFill>
                        </a:rPr>
                        <a:t>81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33.8%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合計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240 件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IT運用・自動化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現役外資ITコンサルが実務で使うClaudeプロンプト20選｜議事録・提案書・コードレビューを自動化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https://qiita.com/pds_siken/items/82ce5498ae70c68f54aa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外資系ITコンサルタントとして6年間働いてきた中で、Claude（Anthropic）は私の業務を最も変えたツールの一つです。
本記事では、コンサル業務で実際に使っている20のプロンプトテンプレートを公開します。
---
Claudeが特に得意なこと
| 用途 | 理由 |
|-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chatgpt workのagent/skillでgoogle EEAT準拠のブログを生成してみた（成果編)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https://qiita.com/kazuharu2022/items/c0cbeea9ecef372d0ea4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先日google EEAT準拠のブログをchatgpt workで実験計画、実験実施、分析、考察、追加検証をした上で、再現性チェックするところまで自動化することで、googleがスパム認定しない有益な技術ブログを生成AIで作成出来るか？
の検証を行ったところ、無事google検索にヒット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企業向けAIエージェント導入で確認したい、業務境界・有人引き継ぎ・運用評価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https://qiita.com/Udesk/items/dd21ca0c571fdb5b3614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AIエージェントのPoCで回答精度を確認できても、そのまま本番運用へ進めるとは限りません。実運用では、参照できるデータ、実行できる操作、人へ移管する条件、稼働後の評価方法まで仕様に含める必要があります。この記事では、企業向けAIエージェントを導入する前に確認したい項目を、実装と運用の観点から整理し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RAG・検索基盤設計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Claude APIとFAISSでRAGシステムを実装する：社内文書をClaudeに読ませる完全ガイド【Python】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https://qiita.com/pds_siken/items/e6c433fd4285e81a1746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「社内の規約・マニュアル・過去の提案書をAIに読ませて質問したい」
この要求、現場でよく聞きます。しかしClaude APIに直接全文書を渡すのはトークン数・コスト・レイテンシの観点で現実的ではありません。
解決策がRAG（Retrieval-Augmented Generation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【AWS AIP】Bedrock Guardrails コンテキストグラウンディングチェック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https://qiita.com/tomet/items/ffb2187b0220e2f78b11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一言で
モデルの回答が「与えた根拠（ソース）に基づいているか」「質問と関連しているか」を自動スコアリングし、根拠のない出力（ハルシネーション）を抑制するBedrock Guardrailsの機能。
なぜ要るか / 背景
RAGのようにコンテキスト（検索結果や参照文書）を与えて回答させる構成でも、モ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Ollamaに自分の情報を持たせる ― SYSTEM・RAG・LoRAを組み合わせる構成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https://qiita.com/rino_yume/items/5b36d19b482600d15531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Ollamaに自分の情報を持たせる ― SYSTEM・RAG・LoRAを組み合わせる構成
OllamaでローカルLLMを動かしていると、次にやりたくなるのが「自分の情報をモデルに持たせたい」ということだと思います。
たとえば、次のような情報です。
- 自分で作った設計書や仕様書
- Markd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AIエージェント開発・運用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Notion MCPのページ更新が破壊的変更に、old_str不一致で全体差し戻し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https://qiita.com/picnic/items/f92fc8a0491c7f721c5d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2026年8月25日付で、Notion API のチェンジログに Notion MCP（ / ）のページ内容更新に関する破壊的変更が2件追加されました。
- ① バッチ内の置換処理が「全て適用 or 全く適用しない」の原子的（atomic）な動作に変更
- ②  に空文字列を渡すと、こ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Claude Code v2.1.246まとめ:Bash権限警告とAPIキー漏洩修正など40件超の改善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https://qiita.com/picnic/items/cbdf74a39fe26a9292d1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2026年8月、Claude Code の  がリリースされました。今回は新機能こそ3つと控えめですが、40件以上のバグ修正と十数件の改善が含まれる大規模アップデートです。
特に注目すべきは以下の3点です。
- Bash 権限ルールの誤マッチに関する警告追加:  のようにサブコマンド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Claude Skillsとは何か? MCP/Rules/サブエージェントとの違いと、自作Skillの作り方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https://qiita.com/yumicat/items/82234f3c77a707d46b52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Claude Codeを使っていると、次のような場面によく出くわします。
- 「毎回同じような指示を長々とコピペしている」
- 「MCPとSkillsって結局何が違うの?」
- 「CLAUDE.mdに全部書けばいいのでは?」
Anthropicが提供するSkillsは、こうした「よく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生成AI活用の現場実践・他社事例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生成AI（Gemini）使いこなしの技術（序章）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https://qiita.com/Urushihara-T/items/f878ffb348694926eb94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『 ゼロスタートからAI名人をめざす全10回連載 』
本連載では、生成AIの基本操作から業務効率化、コンテンツ生成、そしてデータ処理や分析まで、毎回1テーマずつのステップアップ形式で生成AIを学べる情報を提供していきます。
Googleが誇るAIテクノロジー「Gemini（ジェミニ）」の使用方法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Gemini Enterpriseを活用したGoogle Drive連携について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https://qiita.com/ReQ_HY/items/40c85586c33888d9dd79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みなさん、こんにちは！
はじめに
Google Workspace に標準搭載されている Gemini (NotebookLM含む)や、Webブラウザで手軽に使えるGeminiのチャット画面を利用していると、「個人レベルの業務補助AIとしてしか使えない」「自社の機密データを安全に、チーム全体でフル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事務職からAIエンジニアを目指して:スポーツボウリング場構想・第三弾④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https://qiita.com/Junko-Takahashi-Cloud/items/70df4b6fa4ad69a2b4ea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!GeminiGeneratedImage_mjmpt4mjmpt4mjmp.jpg
全部作らない。Phase 3-1 / 3-2 / 3-3
機能を一度に全部作らないため、第三弾は段階に分けることにしました。
Phase 3-1(現場が止まらない最小構成)には、スタッフログイン、当日予約一覧と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AIガバナンス・セキュリティ・社内ルール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[HackerNews]  </a:t>
            </a:r>
            <a:r>
              <a:rPr sz="1200" b="1">
                <a:solidFill>
                  <a:srgbClr val="FFFFFF"/>
                </a:solidFill>
              </a:rPr>
              <a:t>Libera.Chat Bot/LLM policy update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https://libera.chat/news/bot-policy-update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Libera.Chat Bot/LLM policy update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[HackerNews]  </a:t>
            </a:r>
            <a:r>
              <a:rPr sz="1200" b="1">
                <a:solidFill>
                  <a:srgbClr val="FFFFFF"/>
                </a:solidFill>
              </a:rPr>
              <a:t>Show HN: ModelMRI – see inside a local LLM, VLM or robot policy while it runs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https://github.com/muhammadmahadazher/ModelMRI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Show HN: ModelMRI – see inside a local LLM, VLM or robot policy while it runs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30万台のOllama、API3回だけでメモリが丸ごと読めた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https://qiita.com/kai_kou/items/b5c0d61f027388eab896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ローカルLLM実行環境として広く使われている Ollama に、認証なしで到達できる重大な脆弱性が報告されていました。CVE-2026-7482、通称「Bleeding Llama」です。
「境界チェックが1箇所抜けていただけ」という単純な原因にもかかわらず、影響範囲はインターネットに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IT運用・自動化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現役外資ITコンサルが実務で使うClaudeプロンプト20選｜議事録・提案書・コードレビューを自動化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https://qiita.com/pds_siken/items/82ce5498ae70c68f54aa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外資系ITコンサルタントとして6年間働いてきた中で、Claude（Anthropic）は私の業務を最も変えたツールの一つです。
本記事では、コンサル業務で実際に使っている20のプロンプトテンプレートを公開します。
---
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chatgpt workのagent/skillでgoogle EEAT準拠のブログを生成してみた（成果編)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https://qiita.com/kazuharu2022/items/c0cbeea9ecef372d0ea4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先日google EEAT準拠のブログをchatgpt workで実験計画、実験実施、分析、考察、追加検証をした上で、再現性チェックするところまで自動化することで、googleがスパム認定しない有益な技術ブログを生成AIで作成出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企業向けAIエージェント導入で確認したい、業務境界・有人引き継ぎ・運用評価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https://qiita.com/Udesk/items/dd21ca0c571fdb5b3614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IエージェントのPoCで回答精度を確認できても、そのまま本番運用へ進めるとは限りません。実運用では、参照できるデータ、実行できる操作、人へ移管する条件、稼働後の評価方法まで仕様に含める必要があります。この記事では、企業向けAIエージェン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GAS×AI入門 — スプレッドシートでChatGPT APIを動かす方法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https://qiita.com/yukihayama/items/77406370480f39bff2f4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スプレッドシート × AIという発想
ChatGPTは便利ですが、毎回ブラウザを開いて質問を入力するのは面倒です。もっと自動化できないか？
この問いに対する最も手軽な答えの一つが、Google Apps Script（GAS）です。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IT運用・自動化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4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GrokのAutomationsを全部押して測った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https://qiita.com/yoggydev/items/9faa158f11849ab42d94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:::note info
この記事はZennにも投稿しています。
https://zenn.dev/yoggydev/articles/1ac128d87fe9fa
:::
Claude Codeで作業中にAPIが529で落ちた。復旧を待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ChatGPT Work（デスクトップアプリ）入門：チャットとの違いから並列作業・自動化まで、初心者向けに解説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https://qiita.com/Takuya__/items/c505c5190be3765f2cd8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「ChatGPT はブラウザで質問するもの」という使い方から、なかなか抜け出せていない方は多いのではないでしょうか。資料を作りたいときにファイルをひとつずつアップロードし、できあがった成果物をダウンロードして自分のフォルダに保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月2万円のAIは「何を」やってくれるのか — ひとり社長の1週間の業務を自動/手動で全部仕分けした表</a:t>
            </a:r>
            <a:r>
              <a:rPr sz="900">
                <a:solidFill>
                  <a:srgbClr val="7F8C8D"/>
                </a:solidFill>
              </a:rPr>
              <a:t>  (2026-08-25)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4"/>
              </a:rPr>
              <a:t>https://zenn.dev/joinclass/articles/2-ai-1-20260824220004-31128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「AIで自動化してます」は、何も説明していない
僕はひとり社長で、会社の業務の大半をAIに任せている。使っているのはClaude Code Max、月額にして約2万円だ。サーバー代が月2,000円、Google Workspaceが680円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ChatGPT Work（デスクトップアプリ）入門：チャットとの違いから並列作業・自動化まで、初心者向けに解説</a:t>
            </a:r>
            <a:r>
              <a:rPr sz="900">
                <a:solidFill>
                  <a:srgbClr val="7F8C8D"/>
                </a:solidFill>
              </a:rPr>
              <a:t>  (2026-08-25)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5"/>
              </a:rPr>
              <a:t>https://zenn.dev/takuh/articles/93570a8bf8c846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「ChatGPT はブラウザで質問するもの」という使い方から、なかなか抜け出せていない方は多いのではないでしょうか。資料を作りたいときにファイルをひとつずつアップロードし、できあがった成果物をダウンロードして自分のフォルダに保存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RAG・検索基盤設計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APIとFAISSでRAGシステムを実装する：社内文書をClaudeに読ませる完全ガイド【Python】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https://qiita.com/pds_siken/items/e6c433fd4285e81a1746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「社内の規約・マニュアル・過去の提案書をAIに読ませて質問したい」
この要求、現場でよく聞きます。しかしClaude APIに直接全文書を渡すのはトークン数・コスト・レイテンシの観点で現実的ではありません。
解決策がRAG（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【AWS AIP】Bedrock Guardrails コンテキストグラウンディングチェック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https://qiita.com/tomet/items/ffb2187b0220e2f78b11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一言で
モデルの回答が「与えた根拠（ソース）に基づいているか」「質問と関連しているか」を自動スコアリングし、根拠のない出力（ハルシネーション）を抑制するBedrock Guardrailsの機能。
なぜ要るか / 背景
RAGのようにコン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Ollamaに自分の情報を持たせる ― SYSTEM・RAG・LoRAを組み合わせる構成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https://qiita.com/rino_yume/items/5b36d19b482600d15531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Ollamaに自分の情報を持たせる ― SYSTEM・RAG・LoRAを組み合わせる構成
OllamaでローカルLLMを動かしていると、次にやりたくなるのが「自分の情報をモデルに持たせたい」ということだと思います。
たとえば、次のような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RAG Is Simpler Than You Think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[HackerNews]  </a:t>
            </a:r>
            <a:r>
              <a:rPr sz="800">
                <a:solidFill>
                  <a:srgbClr val="5DADE8"/>
                </a:solidFill>
                <a:hlinkClick r:id="rId5"/>
              </a:rPr>
              <a:t>https://www.lighthousenewsletter.com/p/rag-is-simpler-than-you-think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RAG Is Simpler Than You Think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RAG・検索基盤設計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21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文章と画像を意味ベクトルにしてSVDしてみた――特異値を何個残せば情報は保たれるのか</a:t>
            </a:r>
            <a:r>
              <a:rPr sz="900">
                <a:solidFill>
                  <a:srgbClr val="7F8C8D"/>
                </a:solidFill>
              </a:rPr>
              <a:t>  (2026-08-25)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2"/>
              </a:rPr>
              <a:t>https://zenn.dev/schhrcat/articles/f9324e8e88dc64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特異値分解（Singular Value Decomposition：SVD）は、行列を重要な成分へ分解し、少ない成分で近似するための強力な道具である。
画像圧縮や主成分分析、推薦システム、LLMの低ランク適応（LoRA）など、さ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OpenVikingってなんだ？ — AIの記憶をlsとfindで辿るコンテキストDB</a:t>
            </a:r>
            <a:r>
              <a:rPr sz="900">
                <a:solidFill>
                  <a:srgbClr val="7F8C8D"/>
                </a:solidFill>
              </a:rPr>
              <a:t>  (2026-08-25)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https://qiita.com/GeneLab_999/items/8f4868b162510ec1e0d2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この記事の対象読者
- RAGを触ったことがあり、ベクトルDBに文書を入れて検索した経験がある方
- 「チャンクを増やすほど検索精度が落ちる」現象に心当たりのある方
想定レベルはひとつに固定します。&lt;font color="0383ED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Gemini APIの「Semantic Retriever」がベータ機能一覧から消えた件を解説</a:t>
            </a:r>
            <a:r>
              <a:rPr sz="900">
                <a:solidFill>
                  <a:srgbClr val="7F8C8D"/>
                </a:solidFill>
              </a:rPr>
              <a:t>  (2026-08-25)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https://qiita.com/picnic/items/03f058151f6bdc542405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2026年8月24日付の Google AI (Gemini API) チェンジログにおいて、ベータ機能一覧から 「Semantic Retriever」 の記載が削除されました。Semantic Retriever は、Gem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LangChain入門 — PythonでAIアプリケーションを構築する最低限の知識</a:t>
            </a:r>
            <a:r>
              <a:rPr sz="900">
                <a:solidFill>
                  <a:srgbClr val="7F8C8D"/>
                </a:solidFill>
              </a:rPr>
              <a:t>  (2026-08-24)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https://qiita.com/yukihayama/items/d33c21b71d04d8a9ceb1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はじめに：LangChainとは何か
ChatGPTのAPIを触ったことがある人なら、「APIを呼び出すだけでは業務システムに組み込めない」という壁にぶつかったことがあるはずです。
例えば、次のような処理を考えます：
1. ユーザーか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AIエージェント開発・運用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Notion MCPのページ更新が破壊的変更に、old_str不一致で全体差し戻し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https://qiita.com/picnic/items/f92fc8a0491c7f721c5d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2026年8月25日付で、Notion API のチェンジログに Notion MCP（ / ）のページ内容更新に関する破壊的変更が2件追加されました。
- ① バッチ内の置換処理が「全て適用 or 全く適用しない」の原子的（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Code v2.1.246まとめ:Bash権限警告とAPIキー漏洩修正など40件超の改善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https://qiita.com/picnic/items/cbdf74a39fe26a9292d1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2026年8月、Claude Code の  がリリースされました。今回は新機能こそ3つと控えめですが、40件以上のバグ修正と十数件の改善が含まれる大規模アップデートです。
特に注目すべきは以下の3点です。
- Bash 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Skillsとは何か? MCP/Rules/サブエージェントとの違いと、自作Skillの作り方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https://qiita.com/yumicat/items/82234f3c77a707d46b52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Claude Codeを使っていると、次のような場面によく出くわします。
- 「毎回同じような指示を長々とコピペしている」
- 「MCPとSkillsって結局何が違うの?」
- 「CLAUDE.mdに全部書けばいいのでは?」
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ゼロから構築！LLMに外部ツールを使わせる自律エージェント開発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https://qiita.com/DaokFrontier/items/728f21cc3cd0dc329727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「LLMに外部ツールを連携させたいけど、Function Callingの具体的な実装方法がわからない」「エージェントを構築しても、エラーハンドリングや頑健性に不安がある」──そんな悩みを抱えていませんか？
LLMを単なる対話エンジンでは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AIエージェント開発・運用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54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【A2A 入門】AIエージェント同士を“チーム”にする設計 - MCPとの違い、実装例、運用の勘所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https://qiita.com/espritfort_tech/items/fe664b88fb9077b385d9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!E0363ED4-73C9-43CB-BC45-AAD9014210F8.png
「AIに仕事を奪われるか」を眺める側ではなく、  
AI同士をどう協働させ、顧客価値に変えるかを設計する側へ。
私たちは、新技術を知っているだけでは十分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 ライブラリなしで大富豪をAIに作らせてみた ― Gemini × Antigravity CLI × マルチエージェント【中編】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https://qiita.com/0903osa/items/7cc83be8294d87326170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AIに作らせた大富豪、実際に動かしてみたら問題だらけだった【実装・トラブル編】
前回記事：https://qiita.com/0903osa/items/64209acae21ffb6700cc
---
前回、チェスアプリを作った際に「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Code v2.1.246｜ゲートウェイ用 API キーが Anthropic にも送られていた｜毎日Changelog解説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https://qiita.com/moha0918_/items/deb59f3dca09a54fd7c8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:::note info
Claude Codeの公式Changelogをリリースから最速で翻訳・解説しています。
:::
v2.1.246 で、サードパーティゲートウェイ用の API キーが Anthropic へのテレメトリ送信にも載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Antigravity(IDE・CLI・2.0)のSkills Path確認とClaudeのSkillsの統合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https://qiita.com/ReQ_HY/items/296b400fbd3995e71aa6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みなさん、こんにちは！
はじめに
Antigravity(IDE・CLI・2.0)のカスタムSkill、置き場所によって読み込まれるツールが全部違った話
Google Antigravity(IDE・CLI・2.0)とClaude Cod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生成AI活用の現場実践・他社事例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生成AI（Gemini）使いこなしの技術（序章）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https://qiita.com/Urushihara-T/items/f878ffb348694926eb94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『 ゼロスタートからAI名人をめざす全10回連載 』
本連載では、生成AIの基本操作から業務効率化、コンテンツ生成、そしてデータ処理や分析まで、毎回1テーマずつのステップアップ形式で生成AIを学べる情報を提供していきます。
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Gemini Enterpriseを活用したGoogle Drive連携について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https://qiita.com/ReQ_HY/items/40c85586c33888d9dd79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みなさん、こんにちは！
はじめに
Google Workspace に標準搭載されている Gemini (NotebookLM含む)や、Webブラウザで手軽に使えるGeminiのチャット画面を利用していると、「個人レベルの業務補助AIとし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事務職からAIエンジニアを目指して:スポーツボウリング場構想・第三弾④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https://qiita.com/Junko-Takahashi-Cloud/items/70df4b6fa4ad69a2b4ea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!GeminiGeneratedImage_mjmpt4mjmpt4mjmp.jpg
全部作らない。Phase 3-1 / 3-2 / 3-3
機能を一度に全部作らないため、第三弾は段階に分けることにしました。
Phase 3-1(現場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ChatGPT WorkとClaude Coworkの使い分け――デスクトップを「奪う」処理と奪わない処理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https://qiita.com/ootakazuhiko/items/c11b74816bab657ef63b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&gt; 調査・確認基準日：2026年8月19日  
&gt; 最終確認日：2026年8月26日
&gt;
&gt; ChatGPT Work、Claude Cowork、Computer Useの提供範囲は、契約プラン、地域、組織設定、段階的ロールアウトによって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生成AI活用の現場実践・他社事例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7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AI利用促進サイト運営の取り組み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https://qiita.com/NTTDATA-Kyushu-Cloud/items/b4a5f7172c801ebe02a6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AI利用促進サイトを立ち上げて見えてきたこと
～社内のAI活用を広げるための情報発信とコミュニティ運営の取り組み～
---
はじめに
はじめまして。  
株式会社ＮＴＴデータ九州 コーポレート・ガバナンス室　IT戦略担当の安部です。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生成AI時代に求められるネットワークセキュリティとは ～SASEから考えるAI利用のリスク対策～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https://qiita.com/NTTDkyushu_CRM_CyberSec/items/cc9e07b8cf9c3ac4f4d4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1. はじめに
本記事をご覧いただきありがとうございます。  
株式会社NTTデータ九州 ビジネス共創部 デジタルビジネス推進室の野田です。  
前回の記事では、Microsoft 365の活用（以下、M365）というテーマで、M365を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1000件の議事録を4円で要約した ― Bedrock Batch Inference 実践ガイド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https://qiita.com/shimitaro/items/68dd631fd77929f539b2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「10万件のドキュメントを要約したい」「月次レポートを LLM で一括生成したい」
こういうユースケースで、1件ずつ API を叩いていませんか？
Amazon Bedrock には Batch Inference という機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AIで作ったUIの話を、LT会でしゃべってきました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https://qiita.com/inoyu-qiita/items/148acef97e0e53457304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記事なら、プロンプトも手順もハマった話も、好きなだけズラズラ書けます。でもLTの持ち時間は約10分。さすがに全部は話せません。
ということで、2026年8月22日に開催された「【AI業務改善】EDA Tech Talk @東京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AIガバナンス・セキュリティ・社内ルール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Libera.Chat Bot/LLM policy update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[HackerNews]  </a:t>
            </a:r>
            <a:r>
              <a:rPr sz="800">
                <a:solidFill>
                  <a:srgbClr val="5DADE8"/>
                </a:solidFill>
                <a:hlinkClick r:id="rId2"/>
              </a:rPr>
              <a:t>https://libera.chat/news/bot-policy-update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Libera.Chat Bot/LLM policy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Show HN: ModelMRI – see inside a local LLM, VLM or robot policy while it runs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[HackerNews]  </a:t>
            </a:r>
            <a:r>
              <a:rPr sz="800">
                <a:solidFill>
                  <a:srgbClr val="5DADE8"/>
                </a:solidFill>
                <a:hlinkClick r:id="rId3"/>
              </a:rPr>
              <a:t>https://github.com/muhammadmahadazher/ModelMRI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Show HN: ModelMRI – see inside a local LLM, VLM or robot policy while it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30万台のOllama、API3回だけでメモリが丸ごと読めた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https://qiita.com/kai_kou/items/b5c0d61f027388eab896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ローカルLLM実行環境として広く使われている Ollama に、認証なしで到達できる重大な脆弱性が報告されていました。CVE-2026-7482、通称「Bleeding Llama」です。
「境界チェックが1箇所抜けていただけ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LLM ウォーターマーキングの仕組み ── Claude のテキスト透かしを、原理から限界まで追う</a:t>
            </a:r>
            <a:r>
              <a:rPr sz="900">
                <a:solidFill>
                  <a:srgbClr val="7F8C8D"/>
                </a:solidFill>
              </a:rPr>
              <a:t>  (2026-08-25)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https://qiita.com/softbase/items/0f740c39a0a2f7332744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「この文章、AIが書いたか判定してもらえますか」
社内のコンプライアンス部門からこう頼まれたことがある。当時できたのは、いわゆるAI検出ツールにかけて確率を眺めることくらいだった。あれは要するに文章の特徴量から後付けで推測する分類器で、非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AIガバナンス・セキュリティ・社内ルール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AIセキュリティ何から勉強すりゃええの？その3</a:t>
            </a:r>
            <a:r>
              <a:rPr sz="900">
                <a:solidFill>
                  <a:srgbClr val="7F8C8D"/>
                </a:solidFill>
              </a:rPr>
              <a:t>  (2026-08-24)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https://qiita.com/mikihitooooo/items/c419f0503228120404a8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中途半端ですが、脳みそがパンクしたので、ここら辺で一度まとめておきます。
攻撃手法を理解しようとすると、当然のように「そもそもLLMってどうやって学習してるの？」という話まで出てきます。
今回も論文を読みながら「よく分からなくて調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AIセキュリティ何から勉強すりゃええの？その２</a:t>
            </a:r>
            <a:r>
              <a:rPr sz="900">
                <a:solidFill>
                  <a:srgbClr val="7F8C8D"/>
                </a:solidFill>
              </a:rPr>
              <a:t>  (2026-08-21)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https://qiita.com/mikihitooooo/items/31712c5b98c2de07321b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目次
- はじめに
- 学習方法
- Introduction
- Background
- さいごに
- 参考文献・参考リンク
はじめに
前回の記事に沢山リアクションいただけて感謝感激です！！
YouTuberの「あなたの高評価やチャン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Claudeと「AI解体学」してみた 〜セキュリティ製品編〜</a:t>
            </a:r>
            <a:r>
              <a:rPr sz="900">
                <a:solidFill>
                  <a:srgbClr val="7F8C8D"/>
                </a:solidFill>
              </a:rPr>
              <a:t>  (2026-08-20)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4"/>
              </a:rPr>
              <a:t>https://zenn.dev/think_node/articles/3658e943c32baa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AI解体学とは
AIを使うことを目的とせず、AIの回答や振る舞いを観察して、その裏側にある設計思想を推し量る遊び。
造語です。学問ではないです。
 対戦カード
仕事で使っているセキュリティ製品のAIアシスタントを触っているうちに、「こ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(1 / 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ChatGPTは相談役だと思ってたら普通にGitHubへ実装できた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https://qiita.com/minase5/items/93c80637bb07ab64c1e8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Ox Alpha の正体は Z.AI の GLM だった。無料期間に手元で使ったトークン量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https://qiita.com/ishizakahiroshi/items/36b652d03016c3f59739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LLM 構造化出力：12 API 中 4 つが正しい JSON に誤値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https://qiita.com/Synthorai/items/920eab4dac65c84fc7f8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可逆圧縮のはずが、展開できなかった。87年目に崩れた「ヤコビアン予想」をエンジニア目線で整理する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https://qiita.com/kaga-yasumitsu/items/4fd5c11290077f1579af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【読めばできる】画像生成LLM Krea2をたった数円で動かす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https://qiita.com/fky/items/6549f4208d26079267ef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OpenAI API 入門 — API キーの取得から初回リクエストまで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https://qiita.com/Akinori901/items/58cfa10f57c1fac9358f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AI用ドキュメントと開発者用ドキュメントの混在問題を解決する — copilot-instructions 導入時の課題と段階的な運用開始方法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https://qiita.com/h-nasu/items/5634ceb0619b37ef7f98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サーバーエンジニアがAIでゲーム開発して分かった「AIでできること・人間じゃないとできないこと」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https://qiita.com/minase5/items/6ceba749a8a94f4278dd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Claude共有メモリ導入前に業務ルールを棚卸しするGAS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https://qiita.com/eiri_ai/items/d63a81acce73b85c293a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Attentionってなんだ？ ── Q/K/Vの出どころで決まる名前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https://qiita.com/GeneLab_999/items/5f6fedad9eee99d0fa5a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AIが普及した今「AIっぽくない」アウトプットが求められる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https://qiita.com/kobori_slj/items/590eabc56daa0bb0ff53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動画生成AI用画像をPythonで仕分ける：縦横比と解像度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https://qiita.com/hironakamura_ai/items/382d69d8f38bec77f592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(2 / 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LLMの「モデル」と「パラメーター」をちゃんと分けて考える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https://qiita.com/lowgain/items/434d5ef1066b9ce57280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Luna だってもっと働きたい!! - GPT-5.6 のベンチマーク結果から考えるモデル分業論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https://qiita.com/nttdata-ccs-techblog/items/5370f5a4764792f77e8d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Willison製CLI『llm』0.32が推論を標準エラーへ分離した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https://qiita.com/okssusucha/items/b88ac3f4c05d9028e594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「ダークマターの領域に食い込みたい」─ 会場特徴×補正値の相関検証ラインを新設した3週間の記録　=== darkmatter新設3本＋V5py/V58…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https://qiita.com/yujiiwadate0247/items/826a6d14bb69e46b84be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耳で聞く！Python で学ぶ マクロ経済学 入門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https://qiita.com/maskot1977/items/5082e3a42ee71f55ffb1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LLM が書いたテストを信頼する方法 — テスト義務ゲート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https://qiita.com/Flip451/items/051aac37022af6823e51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Kimi K3を理解する②──アーキテクチャの全体像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https://zenn.dev/gixo/articles/kimi-k3-kda-mla-moe-architecture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プロンプトを固定したら、AIの出力にどれだけ差が出るのか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https://zenn.dev/shiomusubi/articles/018a16947e0532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ChatGPTに話したことを、Claudeは知らない——だから記憶の正本をgitリポジトリ1つに移した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https://zenn.dev/hilopon/articles/git-memory-source-of-truth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ファインチューニング比較検証　--ジャンルの異なる学習データを使った時、モデル応答に違いが見られるか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https://zenn.dev/sapolas/articles/45a3a1456e1dfb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推論LLMの枝刈りでCoTが長くなる問題とRACの設計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https://zenn.dev/kas_blog/articles/20260824-reasoning-aware-compression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【2026年8月】もう"資料要約"だけじゃない。Gemini Notebook（旧NotebookLM）の1年を振り返る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https://qiita.com/a_tochi/items/765489218b0e7ffda6de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(3 / 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Show HN: TeXbrain, a LaTeX editor that runs pdfTeX in the browser via WASM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https://github.com/swimmingbrain/texbrain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一問一答でゲーム仕様を決めてCodexに実装させる開発フロー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https://qiita.com/minase5/items/7e96557dd183e247c7ab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生成AIのAPI利用　機密情報入力の判断基準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https://qiita.com/hiroshi_imaoku/items/0ff91031fe4bad9dc688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LLM が書いたテストを信頼する方法 — テスト義務ゲート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https://zenn.dev/flip451/articles/sotohe-test-obligation-gate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なぜAIの生成文は頭に入ってこないのか — 「体言化」と「名詞ラベル」が読解コストを跳ね上げる理由と改善アプローチ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https://zenn.dev/okamo02427/articles/d5a162d4606a01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同じプロンプトなのに世界が変わる、ChatGPT・Gemini・(M365)Copilotで画像生成おけるAIの解釈差を検証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https://zenn.dev/syoshida07/articles/74c161db43677c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音声AIとの雑談から「好み」を抽出しても、勝手に記憶しない：Gemini＋Pythonで作る確認付きメモリ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https://qiita.com/susie000720/items/f5318d52087dc138c1c3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大人用です。四等分円と半円。中学受験2013年灘中(その3/3)「【これぞ図形の最高峰】灘中の算数の難問で頭をフル回転させよう...」様を、円弧と円弧…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https://qiita.com/mrrclb48z/items/f042230646cd4e1ba4e4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LSTMでドル円予測をしたら精度56.3%だった | 第1回：AIで為替の未来予測は本当にできるのか？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https://zenn.dev/hiro_algo/articles/fx-lstm-usdjpy-accuracy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Arc-Arc Intersection Calculation/Intersection of Two Circular Arcs「円弧と円弧の交点…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https://qiita.com/mrrclb48z/items/e477e906dae6a846346f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Jambaってなんだ？ ── KVキャッシュを128GBから4GBに減らした設計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https://qiita.com/GeneLab_999/items/118327a750f45616507b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長い文章を貼るとAIが急に馬鹿になるのは結局なぜなのか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https://zenn.dev/m2yagyu/articles/rope-long-context-breakdown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(4 / 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Midnight AI Groove 26-08-20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https://qiita.com/masykot582/items/35a285ab81bae54f7f59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2ビットKVキャッシュで長文検索を守るNOVA-KV、鍵はクエリが見る次元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https://qiita.com/okssusucha/items/4e474083a840d58bbfca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AI研究で「失敗した実験」を消さない方が、次の正解に近づけた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https://zenn.dev/satoshiakiyama/articles/ada924995ee37b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vibe codingは祈りである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https://zenn.dev/simossyi/articles/d45eb33a52bfe9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生成AIの精度が社内文書で落ちる4つの原因と、文書を直さない対処法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https://qiita.com/moname_ai/items/c6f488f184367bce3d40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Kimi K3を理解する①──まずは標準Transformerの理解から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https://zenn.dev/gixo/articles/kimi-k3-transformer-decoder-llm-core-arch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「とりあえず要約して」と「目的を伝えて要約して」で、AIの出力はどれだけ変わるか"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https://zenn.dev/shiomusubi/articles/897e5b9c1913cf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弁護士・士業が守秘義務の中で ChatGPT・生成 AI を使うには — 「禁止」と「黙認」のあいだ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https://zenn.dev/exapolicy/articles/dbda26ea383b7e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原稿レビューAIが「学級委員」になるのを防ぐ：指摘の生存条件と参照境界の設計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https://zenn.dev/chimirohi/articles/9ecd29963eaac4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ChatGPT・Claude・Geminiのメモリ機能、3社の設計差を公式ドキュメントから比較する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https://zenn.dev/every_ai_recipe/articles/ai-memory-feature-check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dera AI Weekly Vol.44 — 2026/8/17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https://qiita.com/dera_news_/items/3d8e59f9c8320823ccd7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ChatGPT/Codexの自走をSchedulerで作るのをやめた ― 統合管理チャット＋複数Worker方式にたどり着くまで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https://qiita.com/vivinko/items/4c882d3f86f8bd86621b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(5 / 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AIのお話：ローカルLLMを育てる前に知ってほしい。44条件・5,720出力で捨てた3つの思い込み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https://zenn.dev/satoshiakiyama/articles/908992467395e8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sympyの小技:1行にするおすすめの方法(※この記事はAIで書かれています)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https://qiita.com/mrrclb48z/items/c39b31915a3c39975afa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ブレイクスルーは分布の外側にある ── 未解決問題の難易度と、人間の個体差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https://zenn.dev/yukinekonyan/articles/65d60a8f717151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Gitで修正したコードが元に戻ったので、ChatGPTと一緒に原因を追ってみた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https://zenn.dev/baleenstudio/articles/e6189a86d75420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Midnight AI Groove 26-08-19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https://qiita.com/masykot582/items/9d80eaa494803f4ebe6a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監査プロンプトをAIツール別に持つのをやめた。10本を対象別3本へ統合した設計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https://qiita.com/ishizakahiroshi/items/a7065348ad7ca46ca521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Google Cloud認定資格の勉強方法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https://qiita.com/satoshi-sugiyama/items/7e4f9a02a1d458388987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LLMを安いモデルに変えたとき、「品質は落ちていない」とどう確認するか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https://zenn.dev/anguoyang/articles/589250e3b61cc9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大人用です。四等分円と半円。中学受験2013年灘中(その2/3)「【これぞ図形の最高峰】灘中の算数の難問で頭をフル回転させよう...」様を、Gemin…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https://qiita.com/mrrclb48z/items/b2428c0638c7fe6ec5a5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YouTube動画の字幕・文字起こしを取得して、Pythonでテキスト分析する方法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https://qiita.com/nice2culuvs/items/003a6cd1cc641abf72ac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クソボケ確率生成器が「知性」を獲得するまで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https://zenn.dev/mol6235/articles/7c0790d902c0c3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AI学習支援は利用中の正答率だけで評価してはいけない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https://zenn.dev/kai_ai/articles/f633f5245ac04d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(6 / 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令和7年秋期 応用情報技術者試験 問3 解説（ROC曲線とAUCをアニメーションで理解する）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https://qiita.com/Masato952/items/565373672785ee30918d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つまらないインターネットを、おもしろいノベルゲームにしてもらう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https://zenn.dev/tkithrta/articles/0c40c3e9fbda6c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Codexに使用量リセット権が1回分もらえた。5時間制限が消えた今、週次リミットの保険になる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https://zenn.dev/yamadatt/articles/20260823-codex-banked-reset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画像生成・動画生成のプロンプトを再現可能にする設計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https://qiita.com/mapmc/items/a37fb37d869aa657e300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社外APIが使えない金融業で、社内マニュアル問い合わせAIをローカルLLM(Qwen3)で作った話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https://zenn.dev/shineos/articles/local-llm-finance-internal-manual-qa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【今日から俺もFDE #2】ChatGPTは「うちの会社」を知らない — 社内ChatBotを最短で作る方法（後編）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https://qiita.com/udowanllc/items/489deb269045ae13299e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GitHub Copilot 向けの指示を構造化して管理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https://qiita.com/h-nasu/items/d0b2601bb179a6cdd5eb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SynthIDとは何か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https://zenn.dev/todesking/articles/d23fd40b319388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コラム：ペルソナプロンプトの箱庭設計とは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https://qiita.com/otoyo0318/items/411f8f3d4813f66c3af9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「AIへの指示がうまい人」は、実は言語化がうまいだけ——AIで鍛える一生モノの力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https://qiita.com/Skillsheet-Port/items/0ea38eeebb9b94dc708e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AIを使うときの感覚：上手な指示と長いチャットの扱い方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https://qiita.com/ramutarafarm/items/3625867c29a869e9f94d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コピペで使える AIにコードを書かせるプロンプト。初心者がまず覚える型と、そのまま使える例文集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https://qiita.com/Rapls/items/8acc4aa395b04c184e96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(7 / 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「トークン消費量が多い」はもう悪口だ——AIを使いこなせない人の、本当の弱点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https://qiita.com/Skillsheet-Port/items/4cd692961ed03421b794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AI時代のキャリア戦略　第7回 AIと人間は何が違うのか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https://zenn.dev/jinfuroi/articles/b2e3c2c66f7d74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AIが何でも「その通りです」と答えるときに試す一言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https://qiita.com/masa1113/items/a5093e0c5cd81ff56e10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DeepSeek 値上げを機に さくらのAI へ移行したら、シフト希望解析が時間 1/3 以下・正解率 100% になった話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https://qiita.com/emuyn/items/4379a56943d36d20ef02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生成AIと20回改修して、Jupyter Notebook上に「3Dバーチャートレース」を作った話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https://zenn.dev/hajimeteradio3/articles/c710f3020097ae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AI時代のキャリア戦略　第8回 AIは知識を学習する。人間は人生を学習する。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https://zenn.dev/jinfuroi/articles/f5ee4abc096810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画像生成AIで手書きラフから5種類のアプリアイコンを作る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https://qiita.com/AlexAlex/items/553b864dd25c0ce81adb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Web上で公開される生成AIチャットボット5社の回答速度を比較！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https://zenn.dev/sapolas/articles/7e36aca3347e06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OpenAIとAnthropicが2026年6月12日に発表した内容から、企業のAI導入に必要な要素を整理します。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https://zenn.dev/kenta_kadowaki/articles/56d3a502356202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