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hanamizu000/items/f8e9c8848944693c2035" TargetMode="External"/><Relationship Id="rId3" Type="http://schemas.openxmlformats.org/officeDocument/2006/relationships/hyperlink" Target="https://qiita.com/tofu/items/2c16276a6b1a3fefae42" TargetMode="External"/><Relationship Id="rId4" Type="http://schemas.openxmlformats.org/officeDocument/2006/relationships/hyperlink" Target="https://qiita.com/momotaro_vangsow/items/4a6f6a12da46a51f222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okssusucha/items/6230fdba95bfcc23f5d7" TargetMode="External"/><Relationship Id="rId3" Type="http://schemas.openxmlformats.org/officeDocument/2006/relationships/hyperlink" Target="https://qiita.com/Skillsheet-Port/items/fb948266c1e5c1430bc1" TargetMode="External"/><Relationship Id="rId4" Type="http://schemas.openxmlformats.org/officeDocument/2006/relationships/hyperlink" Target="https://www.newyorker.com/news/q-and-a/why-israeli-authorities-are-encouraging-settler-violence-against-palestinian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NKKTechGlobal/items/bebda3a2c0466c50a65e" TargetMode="External"/><Relationship Id="rId3" Type="http://schemas.openxmlformats.org/officeDocument/2006/relationships/hyperlink" Target="https://qiita.com/Hideki_Tamae/items/b4e54575bdc2862e774d" TargetMode="External"/><Relationship Id="rId4" Type="http://schemas.openxmlformats.org/officeDocument/2006/relationships/hyperlink" Target="https://qiita.com/yml024/items/c0a46a2bd82120553d4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ZiYuCai1984/items/09be5d6e15a0d9f4e55e" TargetMode="External"/><Relationship Id="rId3" Type="http://schemas.openxmlformats.org/officeDocument/2006/relationships/hyperlink" Target="https://zenn.dev/hiro_f35/articles/cc3a5e0c58b38f" TargetMode="External"/><Relationship Id="rId4" Type="http://schemas.openxmlformats.org/officeDocument/2006/relationships/hyperlink" Target="https://zenn.dev/zabuton/articles/83e7264499ca8f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ikihitooooo/items/c419f0503228120404a8" TargetMode="External"/><Relationship Id="rId3" Type="http://schemas.openxmlformats.org/officeDocument/2006/relationships/hyperlink" Target="https://qiita.com/mikihitooooo/items/31712c5b98c2de07321b" TargetMode="External"/><Relationship Id="rId4" Type="http://schemas.openxmlformats.org/officeDocument/2006/relationships/hyperlink" Target="https://zenn.dev/think_node/articles/3658e943c32baa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hanamizu000/items/f8e9c8848944693c2035" TargetMode="External"/><Relationship Id="rId3" Type="http://schemas.openxmlformats.org/officeDocument/2006/relationships/hyperlink" Target="https://qiita.com/tofu/items/2c16276a6b1a3fefae42" TargetMode="External"/><Relationship Id="rId4" Type="http://schemas.openxmlformats.org/officeDocument/2006/relationships/hyperlink" Target="https://qiita.com/momotaro_vangsow/items/4a6f6a12da46a51f222c" TargetMode="External"/><Relationship Id="rId5" Type="http://schemas.openxmlformats.org/officeDocument/2006/relationships/hyperlink" Target="https://qiita.com/songchong/items/dc75c6f3789348408f9b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kensuke/items/58c470baaa4f2f41f8d1" TargetMode="External"/><Relationship Id="rId3" Type="http://schemas.openxmlformats.org/officeDocument/2006/relationships/hyperlink" Target="https://qiita.com/kai_kou/items/2760ac5aa8b5db2d0367" TargetMode="External"/><Relationship Id="rId4" Type="http://schemas.openxmlformats.org/officeDocument/2006/relationships/hyperlink" Target="https://zenn.dev/shogo_h/articles/context-engineering-overview" TargetMode="External"/><Relationship Id="rId5" Type="http://schemas.openxmlformats.org/officeDocument/2006/relationships/hyperlink" Target="https://qiita.com/pds_siken/items/82ce5498ae70c68f54a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okssusucha/items/6230fdba95bfcc23f5d7" TargetMode="External"/><Relationship Id="rId3" Type="http://schemas.openxmlformats.org/officeDocument/2006/relationships/hyperlink" Target="https://qiita.com/Skillsheet-Port/items/fb948266c1e5c1430bc1" TargetMode="External"/><Relationship Id="rId4" Type="http://schemas.openxmlformats.org/officeDocument/2006/relationships/hyperlink" Target="https://www.newyorker.com/news/q-and-a/why-israeli-authorities-are-encouraging-settler-violence-against-palestinians" TargetMode="External"/><Relationship Id="rId5" Type="http://schemas.openxmlformats.org/officeDocument/2006/relationships/hyperlink" Target="https://git.kernel.org/pub/scm/linux/kernel/git/torvalds/linux.git/commit/?id=818bebeb63dd6bf5f4e07e145f6cdbace520a34c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ds_siken/items/e6c433fd4285e81a1746" TargetMode="External"/><Relationship Id="rId3" Type="http://schemas.openxmlformats.org/officeDocument/2006/relationships/hyperlink" Target="https://www.risklytics.ai/" TargetMode="External"/><Relationship Id="rId4" Type="http://schemas.openxmlformats.org/officeDocument/2006/relationships/hyperlink" Target="https://qiita.com/rino_yume/items/5b36d19b482600d15531" TargetMode="External"/><Relationship Id="rId5" Type="http://schemas.openxmlformats.org/officeDocument/2006/relationships/hyperlink" Target="https://www.lighthousenewsletter.com/p/rag-is-simpler-than-you-think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NKKTechGlobal/items/bebda3a2c0466c50a65e" TargetMode="External"/><Relationship Id="rId3" Type="http://schemas.openxmlformats.org/officeDocument/2006/relationships/hyperlink" Target="https://qiita.com/Hideki_Tamae/items/b4e54575bdc2862e774d" TargetMode="External"/><Relationship Id="rId4" Type="http://schemas.openxmlformats.org/officeDocument/2006/relationships/hyperlink" Target="https://qiita.com/yml024/items/c0a46a2bd82120553d41" TargetMode="External"/><Relationship Id="rId5" Type="http://schemas.openxmlformats.org/officeDocument/2006/relationships/hyperlink" Target="https://qiita.com/AlohaYos/items/a32bfc10c2a1342a858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futakuchi0117/items/87945763c6c79c1927e9" TargetMode="External"/><Relationship Id="rId3" Type="http://schemas.openxmlformats.org/officeDocument/2006/relationships/hyperlink" Target="https://qiita.com/yukihayama/items/b00e1e6b3017b5da10af" TargetMode="External"/><Relationship Id="rId4" Type="http://schemas.openxmlformats.org/officeDocument/2006/relationships/hyperlink" Target="https://qiita.com/caymezon/items/54bace290d5ee4245220" TargetMode="External"/><Relationship Id="rId5" Type="http://schemas.openxmlformats.org/officeDocument/2006/relationships/hyperlink" Target="https://qiita.com/DnD-inc/items/077933de332d82d1e694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ZiYuCai1984/items/09be5d6e15a0d9f4e55e" TargetMode="External"/><Relationship Id="rId3" Type="http://schemas.openxmlformats.org/officeDocument/2006/relationships/hyperlink" Target="https://zenn.dev/hiro_f35/articles/cc3a5e0c58b38f" TargetMode="External"/><Relationship Id="rId4" Type="http://schemas.openxmlformats.org/officeDocument/2006/relationships/hyperlink" Target="https://zenn.dev/zabuton/articles/83e7264499ca8f" TargetMode="External"/><Relationship Id="rId5" Type="http://schemas.openxmlformats.org/officeDocument/2006/relationships/hyperlink" Target="https://qiita.com/Urushihara-T/items/f878ffb348694926eb94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ReQ_HY/items/40c85586c33888d9dd79" TargetMode="External"/><Relationship Id="rId3" Type="http://schemas.openxmlformats.org/officeDocument/2006/relationships/hyperlink" Target="https://qiita.com/ootakazuhiko/items/c11b74816bab657ef63b" TargetMode="External"/><Relationship Id="rId4" Type="http://schemas.openxmlformats.org/officeDocument/2006/relationships/hyperlink" Target="https://qiita.com/jiliphilti/items/8ad5eea8a9fcac362172" TargetMode="External"/><Relationship Id="rId5" Type="http://schemas.openxmlformats.org/officeDocument/2006/relationships/hyperlink" Target="https://qiita.com/john-rocky/items/57a03e64f70b618b4e33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ikihitooooo/items/c419f0503228120404a8" TargetMode="External"/><Relationship Id="rId3" Type="http://schemas.openxmlformats.org/officeDocument/2006/relationships/hyperlink" Target="https://qiita.com/mikihitooooo/items/31712c5b98c2de07321b" TargetMode="External"/><Relationship Id="rId4" Type="http://schemas.openxmlformats.org/officeDocument/2006/relationships/hyperlink" Target="https://zenn.dev/think_node/articles/3658e943c32baa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rrclb48z/items/ed37bd1306f13b33911a" TargetMode="External"/><Relationship Id="rId3" Type="http://schemas.openxmlformats.org/officeDocument/2006/relationships/hyperlink" Target="https://qiita.com/masykot582/items/e978b25fe6a2ad3a84af" TargetMode="External"/><Relationship Id="rId4" Type="http://schemas.openxmlformats.org/officeDocument/2006/relationships/hyperlink" Target="https://qiita.com/mo__mo/items/dd9dcbbc3458c1a9df85" TargetMode="External"/><Relationship Id="rId5" Type="http://schemas.openxmlformats.org/officeDocument/2006/relationships/hyperlink" Target="https://qiita.com/0num4/items/10f217368ea402914584" TargetMode="External"/><Relationship Id="rId6" Type="http://schemas.openxmlformats.org/officeDocument/2006/relationships/hyperlink" Target="https://qiita.com/elaravance3677/items/d6165da95343be57ab4b" TargetMode="External"/><Relationship Id="rId7" Type="http://schemas.openxmlformats.org/officeDocument/2006/relationships/hyperlink" Target="https://qiita.com/eiri_ai/items/9232849f81b5e5d34c1b" TargetMode="External"/><Relationship Id="rId8" Type="http://schemas.openxmlformats.org/officeDocument/2006/relationships/hyperlink" Target="https://qiita.com/lowgain/items/4a4ffffb2468ef54074d" TargetMode="External"/><Relationship Id="rId9" Type="http://schemas.openxmlformats.org/officeDocument/2006/relationships/hyperlink" Target="https://qiita.com/uni928/items/209d369195559adc29dd" TargetMode="External"/><Relationship Id="rId10" Type="http://schemas.openxmlformats.org/officeDocument/2006/relationships/hyperlink" Target="https://qiita.com/b2b_tools/items/59c6af86c2369cb243f3" TargetMode="External"/><Relationship Id="rId11" Type="http://schemas.openxmlformats.org/officeDocument/2006/relationships/hyperlink" Target="https://qiita.com/inoyu-qiita/items/601e7b70fc3a6b214a2d" TargetMode="External"/><Relationship Id="rId12" Type="http://schemas.openxmlformats.org/officeDocument/2006/relationships/hyperlink" Target="https://qiita.com/maccotaro/items/52b9818827bac9d06bbf" TargetMode="External"/><Relationship Id="rId13" Type="http://schemas.openxmlformats.org/officeDocument/2006/relationships/hyperlink" Target="https://qiita.com/hiratatomotaka/items/e5bfde11464a870e5f09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eiichik_kk/items/c0108341c97eb5782ef1" TargetMode="External"/><Relationship Id="rId3" Type="http://schemas.openxmlformats.org/officeDocument/2006/relationships/hyperlink" Target="https://qiita.com/archer2232/items/dc849e562758305f63b2" TargetMode="External"/><Relationship Id="rId4" Type="http://schemas.openxmlformats.org/officeDocument/2006/relationships/hyperlink" Target="https://qiita.com/TheGateBreaker/items/e45940adfa60df20b4df" TargetMode="External"/><Relationship Id="rId5" Type="http://schemas.openxmlformats.org/officeDocument/2006/relationships/hyperlink" Target="https://twitter.com/salesforce/status/2092741578045497762" TargetMode="External"/><Relationship Id="rId6" Type="http://schemas.openxmlformats.org/officeDocument/2006/relationships/hyperlink" Target="https://www.salesforce.com/claudeforce/?bc=HL" TargetMode="External"/><Relationship Id="rId7" Type="http://schemas.openxmlformats.org/officeDocument/2006/relationships/hyperlink" Target="https://news.ycombinator.com/item?id=49460258" TargetMode="External"/><Relationship Id="rId8" Type="http://schemas.openxmlformats.org/officeDocument/2006/relationships/hyperlink" Target="https://qiita.com/picnic/items/1b7fa920533a1c5e91f3" TargetMode="External"/><Relationship Id="rId9" Type="http://schemas.openxmlformats.org/officeDocument/2006/relationships/hyperlink" Target="https://qiita.com/kazenone/items/3c3457759bfb722eec13" TargetMode="External"/><Relationship Id="rId10" Type="http://schemas.openxmlformats.org/officeDocument/2006/relationships/hyperlink" Target="https://zenn.dev/h888s/articles/dscert-attention" TargetMode="External"/><Relationship Id="rId11" Type="http://schemas.openxmlformats.org/officeDocument/2006/relationships/hyperlink" Target="https://qiita.com/mashikokoutaro1019/items/3f6e2a884fda5450f675" TargetMode="External"/><Relationship Id="rId12" Type="http://schemas.openxmlformats.org/officeDocument/2006/relationships/hyperlink" Target="https://qiita.com/mashikokoutaro1019/items/b9e00fbf0a0d0647aefc" TargetMode="External"/><Relationship Id="rId13" Type="http://schemas.openxmlformats.org/officeDocument/2006/relationships/hyperlink" Target="https://qiita.com/maskot1977/items/141e8199d948b93c1086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hiro_f35/articles/455c8d0bad5732" TargetMode="External"/><Relationship Id="rId3" Type="http://schemas.openxmlformats.org/officeDocument/2006/relationships/hyperlink" Target="https://qiita.com/comty/items/580d96dd9a9f722e19f1" TargetMode="External"/><Relationship Id="rId4" Type="http://schemas.openxmlformats.org/officeDocument/2006/relationships/hyperlink" Target="https://zenn.dev/kazu_aiengineer/articles/gpt56-cache-write-billing" TargetMode="External"/><Relationship Id="rId5" Type="http://schemas.openxmlformats.org/officeDocument/2006/relationships/hyperlink" Target="https://zenn.dev/yamada_ai_dev/articles/design-spec-before-implementation" TargetMode="External"/><Relationship Id="rId6" Type="http://schemas.openxmlformats.org/officeDocument/2006/relationships/hyperlink" Target="https://zenn.dev/acntechjp/articles/931d75941aafe1" TargetMode="External"/><Relationship Id="rId7" Type="http://schemas.openxmlformats.org/officeDocument/2006/relationships/hyperlink" Target="https://qiita.com/masakazuimai/items/d1a9d7b3aa0e47d39a24" TargetMode="External"/><Relationship Id="rId8" Type="http://schemas.openxmlformats.org/officeDocument/2006/relationships/hyperlink" Target="https://zenn.dev/hidetzu/articles/konjaku-context-engineering" TargetMode="External"/><Relationship Id="rId9" Type="http://schemas.openxmlformats.org/officeDocument/2006/relationships/hyperlink" Target="https://zenn.dev/noriyuk/articles/990efa7e0261cd" TargetMode="External"/><Relationship Id="rId10" Type="http://schemas.openxmlformats.org/officeDocument/2006/relationships/hyperlink" Target="https://zenn.dev/takkuhiro/articles/livecodebench-contamination-window" TargetMode="External"/><Relationship Id="rId11" Type="http://schemas.openxmlformats.org/officeDocument/2006/relationships/hyperlink" Target="https://qiita.com/minase5/items/93c80637bb07ab64c1e8" TargetMode="External"/><Relationship Id="rId12" Type="http://schemas.openxmlformats.org/officeDocument/2006/relationships/hyperlink" Target="https://zenn.dev/every_ai_recipe/articles/ai-long-doc-instruction-order" TargetMode="External"/><Relationship Id="rId13" Type="http://schemas.openxmlformats.org/officeDocument/2006/relationships/hyperlink" Target="https://qiita.com/ishizakahiroshi/items/36b652d03016c3f59739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tosh_vance/articles/240598af09857d" TargetMode="External"/><Relationship Id="rId3" Type="http://schemas.openxmlformats.org/officeDocument/2006/relationships/hyperlink" Target="https://qiita.com/kaga-yasumitsu/items/4fd5c11290077f1579af" TargetMode="External"/><Relationship Id="rId4" Type="http://schemas.openxmlformats.org/officeDocument/2006/relationships/hyperlink" Target="https://qiita.com/h-nasu/items/5634ceb0619b37ef7f98" TargetMode="External"/><Relationship Id="rId5" Type="http://schemas.openxmlformats.org/officeDocument/2006/relationships/hyperlink" Target="https://zenn.dev/lixian/articles/bpco-best-practice-critic-optimization" TargetMode="External"/><Relationship Id="rId6" Type="http://schemas.openxmlformats.org/officeDocument/2006/relationships/hyperlink" Target="https://qiita.com/minase5/items/6ceba749a8a94f4278dd" TargetMode="External"/><Relationship Id="rId7" Type="http://schemas.openxmlformats.org/officeDocument/2006/relationships/hyperlink" Target="https://qiita.com/GeneLab_999/items/5f6fedad9eee99d0fa5a" TargetMode="External"/><Relationship Id="rId8" Type="http://schemas.openxmlformats.org/officeDocument/2006/relationships/hyperlink" Target="https://zenn.dev/okssusucha/articles/20260712-openai-gpt-live-full-duplex-voice" TargetMode="External"/><Relationship Id="rId9" Type="http://schemas.openxmlformats.org/officeDocument/2006/relationships/hyperlink" Target="https://zenn.dev/shakeailab/articles/yinyang-decision-boundary" TargetMode="External"/><Relationship Id="rId10" Type="http://schemas.openxmlformats.org/officeDocument/2006/relationships/hyperlink" Target="https://zenn.dev/web_benriya/articles/bigquery-ml-gemini-ec-purchase-prediction" TargetMode="External"/><Relationship Id="rId11" Type="http://schemas.openxmlformats.org/officeDocument/2006/relationships/hyperlink" Target="https://qiita.com/yujiiwadate0247/items/826a6d14bb69e46b84be" TargetMode="External"/><Relationship Id="rId12" Type="http://schemas.openxmlformats.org/officeDocument/2006/relationships/hyperlink" Target="https://qiita.com/maskot1977/items/5082e3a42ee71f55ffb1" TargetMode="External"/><Relationship Id="rId13" Type="http://schemas.openxmlformats.org/officeDocument/2006/relationships/hyperlink" Target="https://zenn.dev/gixo/articles/kimi-k3-kda-mla-moe-architecture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sapolas/articles/45a3a1456e1dfb" TargetMode="External"/><Relationship Id="rId3" Type="http://schemas.openxmlformats.org/officeDocument/2006/relationships/hyperlink" Target="https://zenn.dev/kas_blog/articles/20260824-reasoning-aware-compression" TargetMode="External"/><Relationship Id="rId4" Type="http://schemas.openxmlformats.org/officeDocument/2006/relationships/hyperlink" Target="https://qiita.com/a_tochi/items/765489218b0e7ffda6de" TargetMode="External"/><Relationship Id="rId5" Type="http://schemas.openxmlformats.org/officeDocument/2006/relationships/hyperlink" Target="https://zenn.dev/syoshida07/articles/74c161db43677c" TargetMode="External"/><Relationship Id="rId6" Type="http://schemas.openxmlformats.org/officeDocument/2006/relationships/hyperlink" Target="https://qiita.com/susie000720/items/f5318d52087dc138c1c3" TargetMode="External"/><Relationship Id="rId7" Type="http://schemas.openxmlformats.org/officeDocument/2006/relationships/hyperlink" Target="https://qiita.com/mrrclb48z/items/f042230646cd4e1ba4e4" TargetMode="External"/><Relationship Id="rId8" Type="http://schemas.openxmlformats.org/officeDocument/2006/relationships/hyperlink" Target="https://zenn.dev/hiro_algo/articles/fx-lstm-usdjpy-accuracy" TargetMode="External"/><Relationship Id="rId9" Type="http://schemas.openxmlformats.org/officeDocument/2006/relationships/hyperlink" Target="https://qiita.com/mrrclb48z/items/e477e906dae6a846346f" TargetMode="External"/><Relationship Id="rId10" Type="http://schemas.openxmlformats.org/officeDocument/2006/relationships/hyperlink" Target="https://qiita.com/GeneLab_999/items/118327a750f45616507b" TargetMode="External"/><Relationship Id="rId11" Type="http://schemas.openxmlformats.org/officeDocument/2006/relationships/hyperlink" Target="https://zenn.dev/m2yagyu/articles/rope-long-context-breakdown" TargetMode="External"/><Relationship Id="rId12" Type="http://schemas.openxmlformats.org/officeDocument/2006/relationships/hyperlink" Target="https://qiita.com/okssusucha/items/4e474083a840d58bbfca" TargetMode="External"/><Relationship Id="rId13" Type="http://schemas.openxmlformats.org/officeDocument/2006/relationships/hyperlink" Target="https://zenn.dev/satoshiakiyama/articles/ada924995ee37b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simossyi/articles/d45eb33a52bfe9" TargetMode="External"/><Relationship Id="rId3" Type="http://schemas.openxmlformats.org/officeDocument/2006/relationships/hyperlink" Target="https://qiita.com/moname_ai/items/c6f488f184367bce3d40" TargetMode="External"/><Relationship Id="rId4" Type="http://schemas.openxmlformats.org/officeDocument/2006/relationships/hyperlink" Target="https://zenn.dev/gixo/articles/kimi-k3-transformer-decoder-llm-core-arch" TargetMode="External"/><Relationship Id="rId5" Type="http://schemas.openxmlformats.org/officeDocument/2006/relationships/hyperlink" Target="https://zenn.dev/shiomusubi/articles/897e5b9c1913cf" TargetMode="External"/><Relationship Id="rId6" Type="http://schemas.openxmlformats.org/officeDocument/2006/relationships/hyperlink" Target="https://zenn.dev/exapolicy/articles/dbda26ea383b7e" TargetMode="External"/><Relationship Id="rId7" Type="http://schemas.openxmlformats.org/officeDocument/2006/relationships/hyperlink" Target="https://zenn.dev/chimirohi/articles/9ecd29963eaac4" TargetMode="External"/><Relationship Id="rId8" Type="http://schemas.openxmlformats.org/officeDocument/2006/relationships/hyperlink" Target="https://zenn.dev/every_ai_recipe/articles/ai-memory-feature-check" TargetMode="External"/><Relationship Id="rId9" Type="http://schemas.openxmlformats.org/officeDocument/2006/relationships/hyperlink" Target="https://qiita.com/dera_news_/items/3d8e59f9c8320823ccd7" TargetMode="External"/><Relationship Id="rId10" Type="http://schemas.openxmlformats.org/officeDocument/2006/relationships/hyperlink" Target="https://zenn.dev/baleenstudio/articles/e6189a86d75420" TargetMode="External"/><Relationship Id="rId11" Type="http://schemas.openxmlformats.org/officeDocument/2006/relationships/hyperlink" Target="https://qiita.com/ishizakahiroshi/items/a7065348ad7ca46ca521" TargetMode="External"/><Relationship Id="rId12" Type="http://schemas.openxmlformats.org/officeDocument/2006/relationships/hyperlink" Target="https://zenn.dev/anguoyang/articles/589250e3b61cc9" TargetMode="External"/><Relationship Id="rId13" Type="http://schemas.openxmlformats.org/officeDocument/2006/relationships/hyperlink" Target="https://qiita.com/nice2culuvs/items/003a6cd1cc641abf72ac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mapmc/items/a37fb37d869aa657e300" TargetMode="External"/><Relationship Id="rId3" Type="http://schemas.openxmlformats.org/officeDocument/2006/relationships/hyperlink" Target="https://zenn.dev/shineos/articles/local-llm-finance-internal-manual-qa" TargetMode="External"/><Relationship Id="rId4" Type="http://schemas.openxmlformats.org/officeDocument/2006/relationships/hyperlink" Target="https://qiita.com/udowanllc/items/489deb269045ae13299e" TargetMode="External"/><Relationship Id="rId5" Type="http://schemas.openxmlformats.org/officeDocument/2006/relationships/hyperlink" Target="https://qiita.com/h-nasu/items/d0b2601bb179a6cdd5eb" TargetMode="External"/><Relationship Id="rId6" Type="http://schemas.openxmlformats.org/officeDocument/2006/relationships/hyperlink" Target="https://zenn.dev/todesking/articles/d23fd40b319388" TargetMode="External"/><Relationship Id="rId7" Type="http://schemas.openxmlformats.org/officeDocument/2006/relationships/hyperlink" Target="https://qiita.com/otoyo0318/items/411f8f3d4813f66c3af9" TargetMode="External"/><Relationship Id="rId8" Type="http://schemas.openxmlformats.org/officeDocument/2006/relationships/hyperlink" Target="https://qiita.com/Skillsheet-Port/items/0ea38eeebb9b94dc708e" TargetMode="External"/><Relationship Id="rId9" Type="http://schemas.openxmlformats.org/officeDocument/2006/relationships/hyperlink" Target="https://qiita.com/ramutarafarm/items/3625867c29a869e9f94d" TargetMode="External"/><Relationship Id="rId10" Type="http://schemas.openxmlformats.org/officeDocument/2006/relationships/hyperlink" Target="https://qiita.com/Rapls/items/8acc4aa395b04c184e96" TargetMode="External"/><Relationship Id="rId11" Type="http://schemas.openxmlformats.org/officeDocument/2006/relationships/hyperlink" Target="https://qiita.com/Skillsheet-Port/items/4cd692961ed03421b794" TargetMode="External"/><Relationship Id="rId12" Type="http://schemas.openxmlformats.org/officeDocument/2006/relationships/hyperlink" Target="https://zenn.dev/jinfuroi/articles/b2e3c2c66f7d74" TargetMode="External"/><Relationship Id="rId13" Type="http://schemas.openxmlformats.org/officeDocument/2006/relationships/hyperlink" Target="https://qiita.com/masa1113/items/a5093e0c5cd81ff56e10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emuyn/items/4379a56943d36d20ef02" TargetMode="External"/><Relationship Id="rId3" Type="http://schemas.openxmlformats.org/officeDocument/2006/relationships/hyperlink" Target="https://zenn.dev/hajimeteradio3/articles/c710f3020097ae" TargetMode="External"/><Relationship Id="rId4" Type="http://schemas.openxmlformats.org/officeDocument/2006/relationships/hyperlink" Target="https://zenn.dev/jinfuroi/articles/f5ee4abc096810" TargetMode="External"/><Relationship Id="rId5" Type="http://schemas.openxmlformats.org/officeDocument/2006/relationships/hyperlink" Target="https://zenn.dev/sapolas/articles/7e36aca3347e06" TargetMode="External"/><Relationship Id="rId6" Type="http://schemas.openxmlformats.org/officeDocument/2006/relationships/hyperlink" Target="https://zenn.dev/kenta_kadowaki/articles/56d3a50235620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54864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 ニュース日報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ED6F1"/>
                </a:solidFill>
              </a:rPr>
              <a:t>2026-08-27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5C1E9"/>
                </a:solidFill>
              </a:rPr>
              <a:t>総収集記事数：212 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本日のテーマ別サマリー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73736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件数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割合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IT運用・自動化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</a:rPr>
                        <a:t>15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6.1%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RAG・検索基盤設計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</a:rPr>
                        <a:t>32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13.1%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AIエージェント開発・運用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439AD"/>
                          </a:solidFill>
                        </a:rPr>
                        <a:t>79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32.2%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生成AI活用の現場実践・他社事例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</a:rPr>
                        <a:t>23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9.4%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AIガバナンス・セキュリティ・社内ルール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7E22"/>
                          </a:solidFill>
                        </a:rPr>
                        <a:t>7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2.9%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その他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8C8D"/>
                          </a:solidFill>
                        </a:rPr>
                        <a:t>89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36.3%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245 件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IT運用・自動化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ゴミカレンダーの手動登録をAIで自動化しようとしたら、手作業より時間がかかった話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https://qiita.com/hanamizu000/items/f8e9c8848944693c2035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1. はじめに：毎年30分の定例作業
毎年4月、自治体から配布されるゴミカレンダーをTimeTreeに登録しています。対象は1年分（4月〜翌年3月）のゴミ回収スケジュール。他の予定と一緒に確認したいので、あえてTimeTreeに統一しているという背景です。
これまでの手作業での運用は以下の通りで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Claudeで「レシート撮影→スプレッドシート→HTML家計簿ダッシュボード」を自動化した話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https://qiita.com/tofu/items/2c16276a6b1a3fefae42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海外に長期滞在することになり、現地がフランス語であったため、「レシートを撮って送るだけで家計簿が完成する仕組み」が欲しくなったので、Claude(Anthropicの生成AI)を使って構築してみました。
やったことをざっくり言うと:
1. レシートの写真をClaudeに送るだけ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公式APIのないSaaSにAIエージェントで登録する — Playwright × Claude Visionで店舗物件情報を自動反映した話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https://qiita.com/momotaro_vangsow/items/4a6f6a12da46a51f222c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TL;DR
- 店舗物件ポータルサイトに公式APIはなく、マイソクPDFからの転記業務が人手で行われていた。これをPlaywrightによるブラウザ操作とClaude Visionによる情報抽出で自動化した。
- 非公式UI操作を本番運用に耐えるレベルまで持っていく鍵は、「登録」と「AI埋め」を分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RAG・検索基盤設計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エージェントの履歴を要約せず、Pythonカーネルに載せて検索させるScroll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https://qiita.com/okssusucha/items/6230fdba95bfcc23f5d7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長く動くAIエージェントには、必ず同じ壁が来る。数時間タスクを回すと、会話とツール出力の履歴がモデルの文脈窓（一度に読める入力の上限）をはるかに超える。10万トークン、100万トークン、やがて1000万トークン。全部はプロンプトに入らない。
これまでの逃げ道は二つだった。古い履歴を要約して圧縮する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AI案件の「必須条件」は絶対か？案件票から現場の本音を読む方法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https://qiita.com/Skillsheet-Port/items/fb948266c1e5c1430bc1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AI案件の「必須条件」は絶対か？——案件票を"物差し"として読み解けば、応募できる案件は増える
AI案件の必須条件を見て、自分には応募できないと諦めていないだろうか。
RAG経験、AIエージェント本番運用、Python、クラウド……全部そろう人はまずいない。
だが案件票に並ぶ条件は、現場が「業務を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[HackerNews]  </a:t>
            </a:r>
            <a:r>
              <a:rPr sz="1200" b="1">
                <a:solidFill>
                  <a:srgbClr val="FFFFFF"/>
                </a:solidFill>
              </a:rPr>
              <a:t>Why Israeli Authorities Are Encouraging Settler Violence Against Palestinians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https://www.newyorker.com/news/q-and-a/why-israeli-authorities-are-encouraging-settler-vio…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Why Israeli Authorities Are Encouraging Settler Violence Against Palestinians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AIエージェント開発・運用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【LLM Guardrails】NeMo Guardrailsを使用した、AIエージェントの不適切発言・トピック逸脱の強制制御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https://qiita.com/NKKTechGlobal/items/bebda3a2c0466c50a65e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【LLM Guardrails】NeMo Guardrailsを使用した、AIエージェントの不適切発言・トピック逸脱の強制制御
!Feature(137).png
はじめに
こんにちは、NKKTech Global 技術チームです。
生成AI（LLM）のビジネス導入が進む一方で、多くの企業が頭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 Orchestration / Multi-Agent Systemsとは何か？複数のAIエージェントを指揮する設計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https://qiita.com/Hideki_Tamae/items/b4e54575bdc2862e774d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このシリーズでは、Harness Engineering・Loop Engineering・Context Engineering・Evaluationなど、1体のAIエージェントを支える要素を1つずつ見てきました。前回の記事では、それらの関係を1つの具体例で整理しました。
今回は、そ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【環境構築】Claude Codeのログイン方法は3つあるがどれを選ぶべきか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https://qiita.com/yml024/items/c0a46a2bd82120553d41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Claude Codeのログイン方法は3つあるがどれを選ぶべきか
初回起動でいきなり聞かれる
Claude CodeをWSLに入れて起動すると、テーマ設定の次にこれが出てくる。
個人でPro契約を持っているなら1で終わりなのだが、2と3が何者なのか気になったので調べた。結論から言うと、この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生成AI活用の現場実践・他社事例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政府はAIに「存在しない帳簿」を差し出せと求めている――生成AIプリンシプル・コード3原則の技術的矛盾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https://qiita.com/ZiYuCai1984/items/09be5d6e15a0d9f4e55e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&gt; 本記事は筆者の考えをベースに、GPT-5.6 Sol を用いて構成・推敲したものです。
&gt; 内容の主張と判断は筆者によるものであり、文章表現の整理にChatGPTを活用しています。
2026年8月25日、日本政府は生成AI事業者向けの「プリンシプル・コード」を公表した。その中核は、次の3原則に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AI指揮力の重要性を解説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https://zenn.dev/hiro_f35/articles/cc3a5e0c58b38f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AI指揮力（AI Command Capability / AI Command Engineering）とは、AIを単なる処理ツールとして使うのではなく、「意思決定・設計・作戦計画の実行」を担う統括ユニット（指揮官）としてAI群を統御し、個人や組織の生産性を飛躍的に拡張する能力です。単発の指示（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【Unity】ねぇねぇみんな聞いて！！　LLMをゲームAIに組み込んでみたよ！！！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https://zenn.dev/zabuton/articles/83e7264499ca8f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タイトルの通り、UnityでLLMを組み込んだ3Dアクションゲームを作ってみました。
具体的にはローカル実行の小型LLM（Qwen 3 1.7B） をチューニングして戦闘AIに組み込む、という実験です。
結論から言うと、正直微妙でしたが収穫もあったので共有させてください。
本記事の内容は以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AIガバナンス・セキュリティ・社内ルール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AIセキュリティ何から勉強すりゃええの？その3</a:t>
            </a:r>
            <a:r>
              <a:rPr sz="900">
                <a:solidFill>
                  <a:srgbClr val="7F8C8D"/>
                </a:solidFill>
              </a:rPr>
              <a:t>  (2026-08-24)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https://qiita.com/mikihitooooo/items/c419f0503228120404a8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中途半端ですが、脳みそがパンクしたので、ここら辺で一度まとめておきます。
攻撃手法を理解しようとすると、当然のように「そもそもLLMってどうやって学習してるの？」という話まで出てきます。
今回も論文を読みながら「よく分からなくて調べた用語」を、自分なりに整理してみました。(Gemini君の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AIセキュリティ何から勉強すりゃええの？その２</a:t>
            </a:r>
            <a:r>
              <a:rPr sz="900">
                <a:solidFill>
                  <a:srgbClr val="7F8C8D"/>
                </a:solidFill>
              </a:rPr>
              <a:t>  (2026-08-21)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https://qiita.com/mikihitooooo/items/31712c5b98c2de07321b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目次
- はじめに
- 学習方法
- Introduction
- Background
- さいごに
- 参考文献・参考リンク
はじめに
前回の記事に沢山リアクションいただけて感謝感激です！！
YouTuberの「あなたの高評価やチャンネル登録が動画制作の励みになります！！」はお金に目がくらんだ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Claudeと「AI解体学」してみた 〜セキュリティ製品編〜</a:t>
            </a:r>
            <a:r>
              <a:rPr sz="900">
                <a:solidFill>
                  <a:srgbClr val="7F8C8D"/>
                </a:solidFill>
              </a:rPr>
              <a:t>  (2026-08-20)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https://zenn.dev/think_node/articles/3658e943c32baa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AI解体学とは
AIを使うことを目的とせず、AIの回答や振る舞いを観察して、その裏側にある設計思想を推し量る遊び。
造語です。学問ではないです。
 対戦カード
仕事で使っているセキュリティ製品のAIアシスタントを触っているうちに、「これ、どういう作りなんだろう」と気になった。
外からの挙動だけ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ゴミカレンダーの手動登録をAIで自動化しようとしたら、手作業より時間がかかった話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https://qiita.com/hanamizu000/items/f8e9c8848944693c2035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1. はじめに：毎年30分の定例作業
毎年4月、自治体から配布されるゴミカレンダーをTimeTreeに登録しています。対象は1年分（4月〜翌年3月）のゴミ回収スケジュール。他の予定と一緒に確認したいので、あえてTimeTreeに統一してい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Claudeで「レシート撮影→スプレッドシート→HTML家計簿ダッシュボード」を自動化した話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https://qiita.com/tofu/items/2c16276a6b1a3fefae42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海外に長期滞在することになり、現地がフランス語であったため、「レシートを撮って送るだけで家計簿が完成する仕組み」が欲しくなったので、Claude(Anthropicの生成AI)を使って構築してみました。
やったことをざっく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公式APIのないSaaSにAIエージェントで登録する — Playwright × Claude Visionで店舗物件情報を自動反映した話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https://qiita.com/momotaro_vangsow/items/4a6f6a12da46a51f222c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TL;DR
- 店舗物件ポータルサイトに公式APIはなく、マイソクPDFからの転記業務が人手で行われていた。これをPlaywrightによるブラウザ操作とClaude Visionによる情報抽出で自動化した。
- 非公式UI操作を本番運用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【図解】AI・ChatGPT・RPA・iPaaS・n8n…業務自動化の言葉が多すぎる！66 製品を 6 役に例えたら、1 枚の工場イラスト図になった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https://qiita.com/songchong/items/dc75c6f3789348408f9b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「業務を自動化したい」と調べ始めた瞬間、名前の洪水に遭います。
&lt;sub&gt;AI、生成AI、LLM、AIエージェント、Agent、MCP、RPA、iPaaS、ワークフロー、AI-OCR、ノーコード、ローコード、API、ChatGPT、Gem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7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YouTube の字幕を取得し、Gemini で要約まで自動化する「yt-transcript」（CLI &amp; Web アプリ）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https://qiita.com/kkensuke/items/58c470baaa4f2f41f8d1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!screenshot
https://github.com/kkensuke/yttranscript
1. はじめに
YouTube の解説動画や講義動画を見ていて、次のように思ったことはないでしょうか。
 動画の内容を後からテ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Gemini 3.7 FlashのStructured Outputs、ツール併用は落とし穴だった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https://qiita.com/kai_kou/items/2760ac5aa8b5db2d0367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Gemini 3.7 Flashは2026年8月にGA（一般提供開始）し、ソフトウェアエンジニアリングやエージェント向けワークフローの性能が強化されました。目玉機能の1つがStructured Outputs（構造化出力）で、レ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改めてコンテキストエンジニアリングとは何か整理する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https://zenn.dev/shogo_h/articles/context-engineering-overview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2026-08-27時点の情報です。本文の引用と数値は、この日に取得した出典に基づいています。
 はじめに
コンテキストエンジニアリングは、LLMに毎回渡す入力の中身を決める仕事です。Andrej Karpathyのたとえでは、LL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現役外資ITコンサルが実務で使うClaudeプロンプト20選｜議事録・提案書・コードレビューを自動化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https://qiita.com/pds_siken/items/82ce5498ae70c68f54aa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外資系ITコンサルタントとして6年間働いてきた中で、Claude（Anthropic）は私の業務を最も変えたツールの一つです。
本記事では、コンサル業務で実際に使っている20のプロンプトテンプレートを公開します。
---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エージェントの履歴を要約せず、Pythonカーネルに載せて検索させるScroll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https://qiita.com/okssusucha/items/6230fdba95bfcc23f5d7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長く動くAIエージェントには、必ず同じ壁が来る。数時間タスクを回すと、会話とツール出力の履歴がモデルの文脈窓（一度に読める入力の上限）をはるかに超える。10万トークン、100万トークン、やがて1000万トークン。全部はプロンプトに入ら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AI案件の「必須条件」は絶対か？案件票から現場の本音を読む方法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https://qiita.com/Skillsheet-Port/items/fb948266c1e5c1430bc1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AI案件の「必須条件」は絶対か？——案件票を"物差し"として読み解けば、応募できる案件は増える
AI案件の必須条件を見て、自分には応募できないと諦めていないだろうか。
RAG経験、AIエージェント本番運用、Python、クラウド……全部そ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Why Israeli Authorities Are Encouraging Settler Violence Against Palestinians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4"/>
              </a:rPr>
              <a:t>https://www.newyorker.com/news/q-and-a/why-israeli-authorities-are-encouraging-settle…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Why Israeli Authorities Are Encouraging Settler Violence Against Palestinians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DRM/xe: Don't hand out the flat CCS storage as usable VRAM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5"/>
              </a:rPr>
              <a:t>https://git.kernel.org/pub/scm/linux/kernel/git/torvalds/linux.git/commit/?id=818bebe…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DRM/xe: Don't hand out the flat CCS storage as usable VRAM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24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APIとFAISSでRAGシステムを実装する：社内文書をClaudeに読ませる完全ガイド【Python】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https://qiita.com/pds_siken/items/e6c433fd4285e81a1746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「社内の規約・マニュアル・過去の提案書をAIに読ませて質問したい」
この要求、現場でよく聞きます。しかしClaude APIに直接全文書を渡すのはトークン数・コスト・レイテンシの観点で現実的ではありません。
解決策がRAG（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Launch HN: Risklytics (YC S26) – Insurance brokerage for frontier tech companies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3"/>
              </a:rPr>
              <a:t>https://www.risklytics.ai/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Hi HN, we're Sam and Alex, founders of Risklytics ( https://risklytics.ai ). We're both on leave from Harvard, and we 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Ollamaに自分の情報を持たせる ― SYSTEM・RAG・LoRAを組み合わせる構成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https://qiita.com/rino_yume/items/5b36d19b482600d15531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Ollamaに自分の情報を持たせる ― SYSTEM・RAG・LoRAを組み合わせる構成
OllamaでローカルLLMを動かしていると、次にやりたくなるのが「自分の情報をモデルに持たせたい」ということだと思います。
たとえば、次のような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RAG Is Simpler Than You Think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[HackerNews]  </a:t>
            </a:r>
            <a:r>
              <a:rPr sz="800">
                <a:solidFill>
                  <a:srgbClr val="5DADE8"/>
                </a:solidFill>
                <a:hlinkClick r:id="rId5"/>
              </a:rPr>
              <a:t>https://www.lighthousenewsletter.com/p/rag-is-simpler-than-you-think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RAG Is Simpler Than You Think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【LLM Guardrails】NeMo Guardrailsを使用した、AIエージェントの不適切発言・トピック逸脱の強制制御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https://qiita.com/NKKTechGlobal/items/bebda3a2c0466c50a65e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【LLM Guardrails】NeMo Guardrailsを使用した、AIエージェントの不適切発言・トピック逸脱の強制制御
!Feature(137).png
はじめに
こんにちは、NKKTech Global 技術チームです。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 Orchestration / Multi-Agent Systemsとは何か？複数のAIエージェントを指揮する設計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https://qiita.com/Hideki_Tamae/items/b4e54575bdc2862e774d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このシリーズでは、Harness Engineering・Loop Engineering・Context Engineering・Evaluationなど、1体のAIエージェントを支える要素を1つずつ見てきました。前回の記事で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【環境構築】Claude Codeのログイン方法は3つあるがどれを選ぶべきか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https://qiita.com/yml024/items/c0a46a2bd82120553d41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Claude Codeのログイン方法は3つあるがどれを選ぶべきか
初回起動でいきなり聞かれる
Claude CodeをWSLに入れて起動すると、テーマ設定の次にこれが出てくる。
個人でPro契約を持っているなら1で終わりなのだが、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n8nの Chat ModelノードをClaudeサブスクで動かす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https://qiita.com/AlohaYos/items/a32bfc10c2a1342a8580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- n8nの「Anthropic Chat Model」ノードはAPI課金前提ですが、認証情報のBase URL欄を差し替えるとバックエンドを自由に変えられます
- Claude Code CLI（済み）をAnthropic Message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53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AIの過剰実装を検知して削る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https://qiita.com/futakuchi0117/items/87945763c6c79c1927e9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0. まとめ
AIが書いたコードの「作りすぎ、設計しすぎ」を、検知する・直す・防止する、の3層で潰す私なりの手順をまとめます。
検知の手順は §2、防止のルールは §4 に置きました。プロンプトを詳しくしても過剰実装は減らないという研究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LangChainのメモリ機能 -- 会話の文脈を維持する3つの手法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https://qiita.com/yukihayama/items/b00e1e6b3017b5da10af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LangChainでチャットボットを構築するとき、最初にぶつかる壁が「AIが過去の会話を覚えていない」という問題です。ユーザーが「さっき言った件ですが」と戻っても、API経由のLLMには前の発言が一切伝わりません。
LangC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DesktopでGitHub MCPを設定する際のPersonal Access Tokenスコープの絞り方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https://qiita.com/caymezon/items/54bace290d5ee4245220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背景
Claude DesktopからGitHubリポジトリを読み書きするには、MCP（Model Context Protocol）経由でGitHub連携を設定します。Web版のGUI設定（5分）と比べてJSON編集が必要になる分ハマり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AIに任せる前に決めておくこと｜AIエージェント導入で失敗しない「承認ポイント」の置き方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https://qiita.com/DnD-inc/items/077933de332d82d1e694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AIに任せる前に決めておくこと｜AIエージェント導入で失敗しない「承認ポイント」の置き方
&gt; 本記事は、株式会社DnD（https://dnd-inc.jp）のコラムを一部編集して掲載しています。
&gt; 初出: https://dnd-in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政府はAIに「存在しない帳簿」を差し出せと求めている――生成AIプリンシプル・コード3原則の技術的矛盾</a:t>
            </a:r>
            <a:r>
              <a:rPr sz="900">
                <a:solidFill>
                  <a:srgbClr val="7F8C8D"/>
                </a:solidFill>
              </a:rPr>
              <a:t>  (2026-08-27)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https://qiita.com/ZiYuCai1984/items/09be5d6e15a0d9f4e55e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本記事は筆者の考えをベースに、GPT-5.6 Sol を用いて構成・推敲したものです。
&gt; 内容の主張と判断は筆者によるものであり、文章表現の整理にChatGPTを活用しています。
2026年8月25日、日本政府は生成AI事業者向けの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AI指揮力の重要性を解説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3"/>
              </a:rPr>
              <a:t>https://zenn.dev/hiro_f35/articles/cc3a5e0c58b38f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AI指揮力（AI Command Capability / AI Command Engineering）とは、AIを単なる処理ツールとして使うのではなく、「意思決定・設計・作戦計画の実行」を担う統括ユニット（指揮官）としてAI群を統御し、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【Unity】ねぇねぇみんな聞いて！！　LLMをゲームAIに組み込んでみたよ！！！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https://zenn.dev/zabuton/articles/83e7264499ca8f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タイトルの通り、UnityでLLMを組み込んだ3Dアクションゲームを作ってみました。
具体的にはローカル実行の小型LLM（Qwen 3 1.7B） をチューニングして戦闘AIに組み込む、という実験です。
結論から言うと、正直微妙で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生成AI（Gemini）使いこなしの技術（序章）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https://qiita.com/Urushihara-T/items/f878ffb348694926eb94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『 ゼロスタートからAI名人をめざす全10回連載 』
本連載では、生成AIの基本操作から業務効率化、コンテンツ生成、そしてデータ処理や分析まで、毎回1テーマずつのステップアップ形式で生成AIを学べる情報を提供していきます。
Google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4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Gemini Enterpriseを活用したGoogle Drive連携について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https://qiita.com/ReQ_HY/items/40c85586c33888d9dd79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みなさん、こんにちは！
はじめに
Google Workspace に標準搭載されている Gemini (NotebookLM含む)や、Webブラウザで手軽に使えるGeminiのチャット画面を利用していると、「個人レベルの業務補助AIとし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ChatGPT WorkとClaude Coworkの使い分け――デスクトップを「奪う」処理と奪わない処理</a:t>
            </a:r>
            <a:r>
              <a:rPr sz="900">
                <a:solidFill>
                  <a:srgbClr val="7F8C8D"/>
                </a:solidFill>
              </a:rPr>
              <a:t>  (2026-08-26)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https://qiita.com/ootakazuhiko/items/c11b74816bab657ef63b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調査・確認基準日：2026年8月19日  
&gt; 最終確認日：2026年8月26日
&gt;
&gt; ChatGPT Work、Claude Cowork、Computer Useの提供範囲は、契約プラン、地域、組織設定、段階的ロールアウトによって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AIを活用したデジタルエンターテインメント分析：ユーザー行動データから価値を見つける方法</a:t>
            </a:r>
            <a:r>
              <a:rPr sz="900">
                <a:solidFill>
                  <a:srgbClr val="7F8C8D"/>
                </a:solidFill>
              </a:rPr>
              <a:t>  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https://qiita.com/jiliphilti/items/8ad5eea8a9fcac362172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デジタルエンターテインメントサービスでは、ユーザーがどのコンテンツを選び、どのタイミングで離脱し、どの機能を継続的に利用しているのかを理解することが重要です。
近年は、単純なアクセス解析だけではなく、AIや機械学習を活用して大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Androidのスマホの中で、AIが145本動きます</a:t>
            </a:r>
            <a:r>
              <a:rPr sz="900">
                <a:solidFill>
                  <a:srgbClr val="7F8C8D"/>
                </a:solidFill>
              </a:rPr>
              <a:t>  (2026-08-23)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https://qiita.com/john-rocky/items/57a03e64f70b618b4e33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あなたのスマホの中だけで、AIが動きます。 インターネットにつながなくてもかまいません。使うたびのお金もかかりません。すでに145本が公開されていて、すべて無料でダウンロードできます。
この記事に書いてあるのは、次の3つです。
- どん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AIセキュリティ何から勉強すりゃええの？その3</a:t>
            </a:r>
            <a:r>
              <a:rPr sz="900">
                <a:solidFill>
                  <a:srgbClr val="7F8C8D"/>
                </a:solidFill>
              </a:rPr>
              <a:t>  (2026-08-24)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https://qiita.com/mikihitooooo/items/c419f0503228120404a8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中途半端ですが、脳みそがパンクしたので、ここら辺で一度まとめておきます。
攻撃手法を理解しようとすると、当然のように「そもそもLLMってどうやって学習してるの？」という話まで出てきます。
今回も論文を読みながら「よく分からなくて調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AIセキュリティ何から勉強すりゃええの？その２</a:t>
            </a:r>
            <a:r>
              <a:rPr sz="900">
                <a:solidFill>
                  <a:srgbClr val="7F8C8D"/>
                </a:solidFill>
              </a:rPr>
              <a:t>  (2026-08-21)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https://qiita.com/mikihitooooo/items/31712c5b98c2de07321b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目次
- はじめに
- 学習方法
- Introduction
- Background
- さいごに
- 参考文献・参考リンク
はじめに
前回の記事に沢山リアクションいただけて感謝感激です！！
YouTuberの「あなたの高評価やチャン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Claudeと「AI解体学」してみた 〜セキュリティ製品編〜</a:t>
            </a:r>
            <a:r>
              <a:rPr sz="900">
                <a:solidFill>
                  <a:srgbClr val="7F8C8D"/>
                </a:solidFill>
              </a:rPr>
              <a:t>  (2026-08-20)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https://zenn.dev/think_node/articles/3658e943c32baa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AI解体学とは
AIを使うことを目的とせず、AIの回答や振る舞いを観察して、その裏側にある設計思想を推し量る遊び。
造語です。学問ではないです。
 対戦カード
仕事で使っているセキュリティ製品のAIアシスタントを触っているうちに、「こ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(1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Chickens and Rabbits Problem「鶴亀算を教えて下さい。」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https://qiita.com/mrrclb48z/items/ed37bd1306f13b33911a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 26-08-24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https://qiita.com/masykot582/items/e978b25fe6a2ad3a84af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ChatGPTのWork、使ってる？Chat・Codexとの使い分けを直感で理解する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https://qiita.com/mo__mo/items/dd9dcbbc3458c1a9df85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LLMに調査を指示する際のtips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https://qiita.com/0num4/items/10f217368ea402914584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AI音楽生成の実験ログを再現可能にする：日本語歌詞1件で入力と出力差を記録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https://qiita.com/elaravance3677/items/d6165da95343be57ab4b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3.5 Transcribeの話者ログをCSV前に検査する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https://qiita.com/eiri_ai/items/9232849f81b5e5d34c1b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LLMのTrainingとInferenceを「検量線を引く・使う」で理解する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https://qiita.com/lowgain/items/4a4ffffb2468ef54074d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【簡単に作れてネット上に少ないサイト紹介】フリー対戦募集用の用紙作成に特化したサイトを作るという選択肢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https://qiita.com/uni928/items/209d369195559adc29dd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【JavaScript】{{変数名}}から動的フォームを生成してプロンプトを穴埋め量産する単一HTMLツール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https://qiita.com/b2b_tools/items/59c6af86c2369cb243f3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今さら聞けない「ローカルLLM」知っておきたい5つの基本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https://qiita.com/inoyu-qiita/items/601e7b70fc3a6b214a2d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クレカ不要の無料LLM APIを実運用する — レート制限の読み方とフォールバック設計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https://qiita.com/maccotaro/items/52b9818827bac9d06bbf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temperature=0でもLLMは迷っている——Ollamaのlogprobsで「次に出したかった単語」を覗く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https://qiita.com/hiratatomotaka/items/e5bfde11464a870e5f09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(2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生成AI時代、ライブハウスが最後の"聖域"になる（かも知れない）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https://qiita.com/keiichik_kk/items/c0108341c97eb5782ef1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AIを友達にできるのも才能だと思う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https://qiita.com/archer2232/items/dc849e562758305f63b2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AIモデルの「できる／できない」を、ベンダー単位のラベルだけで判断すると危ういかもしれない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https://qiita.com/TheGateBreaker/items/e45940adfa60df20b4df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Claudeforce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https://twitter.com/salesforce/status/2092741578045497762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Claudeforce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https://www.salesforce.com/claudeforce/?bc=HL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Ask HN: How do you protect self-hosted websites from LLM scrapers?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https://news.ycombinator.com/item?id=49460258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Gemini 3.5 Transcribe GA開始、話者分離・タイムスタンプ対応の音声認識2モデル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https://qiita.com/picnic/items/1b7fa920533a1c5e91f3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FreeToken × RTX 5070 Ti で「Rowwise scaling is not currently supported on you…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https://qiita.com/kazenone/items/3c3457759bfb722eec13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Attention機構とは？注目箇所を重み付けする仕組み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https://zenn.dev/h888s/articles/dscert-attention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AI駆動趣味開発講座【第一講】Node.jsの環境準備とVue.jsによるモバイルWebアプリの立ち上げ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https://qiita.com/mashikokoutaro1019/items/3f6e2a884fda5450f675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AI駆動趣味開発講座【まとめ】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https://qiita.com/mashikokoutaro1019/items/b9e00fbf0a0d0647aefc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政府批判も「財源幻想」に支配される ― 批判のOSをリファクタリングする : システム設計視点の行動経済学 (21)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https://qiita.com/maskot1977/items/141e8199d948b93c1086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(3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AIのこれからとエンジニアの生き方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https://zenn.dev/hiro_f35/articles/455c8d0bad5732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 Free/Go、普通のチャットが無制限に。GPT-5.6 LunaとSolの違いも整理する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https://qiita.com/comty/items/580d96dd9a9f722e19f1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AIのプロンプトキャッシュ、当たらなくても+25%課金される — Azure GPT-5.6実測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https://zenn.dev/kazu_aiengineer/articles/gpt56-cache-write-billing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48. 実装の前に design-spec.md を書く — AIに投げる前に何を確定させておくか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https://zenn.dev/yamada_ai_dev/articles/design-spec-before-implementation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fit_predictで体で覚えた、異常検知の定石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https://zenn.dev/acntechjp/articles/931d75941aafe1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外部から取得した文字列をコード生成に埋め込む時のエスケープ設計（TypeScript）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https://qiita.com/masakazuimai/items/d1a9d7b3aa0e47d39a24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CLAUDE.mdに全部書くのをやめた。情報が散らかってリポジトリを作り直したから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https://zenn.dev/hidetzu/articles/konjaku-context-engineering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Claude API の自動キャッシュを使ったら、キャッシュなしより入力の料金が25%高くなりました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https://zenn.dev/noriyuk/articles/990efa7e0261cd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LiveCodeBenchの汚染フリーは2つの日付で決まる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https://zenn.dev/takkuhiro/articles/livecodebench-contamination-window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ChatGPTは相談役だと思ってたら普通にGitHubへ実装できた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https://qiita.com/minase5/items/93c80637bb07ab64c1e8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長い資料は先、指示は後。プロンプト内の位置が効くのは『資料が長い時だけ』と実測した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https://zenn.dev/every_ai_recipe/articles/ai-long-doc-instruction-order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Ox Alpha の正体は Z.AI の GLM だった。無料期間に手元で使ったトークン量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https://qiita.com/ishizakahiroshi/items/36b652d03016c3f59739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(4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「文字列は似ているほど安全」は本当か — 引用忠実性チェックで見つけたエンティティ取り違えの穴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https://zenn.dev/tosh_vance/articles/240598af09857d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可逆圧縮のはずが、展開できなかった。87年目に崩れた「ヤコビアン予想」をエンジニア目線で整理する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https://qiita.com/kaga-yasumitsu/items/4fd5c11290077f1579af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AI用ドキュメントと開発者用ドキュメントの混在問題を解決する — copilot-instructions 導入時の課題と段階的な運用開始方法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https://qiita.com/h-nasu/items/5634ceb0619b37ef7f98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Criticの復権: BPCOがGRPOを16分の1サンプルで凌駕する5つの設計選択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https://zenn.dev/lixian/articles/bpco-best-practice-critic-optimization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サーバーエンジニアがAIでゲーム開発して分かった「AIでできること・人間じゃないとできないこと」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https://qiita.com/minase5/items/6ceba749a8a94f4278dd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Attentionってなんだ？ ── Q/K/Vの出どころで決まる名前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https://qiita.com/GeneLab_999/items/5f6fedad9eee99d0fa5a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聞きながら話すGPT-Live、重い思考をGPT-5.5に回す2層構成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https://zenn.dev/okssusucha/articles/20260712-openai-gpt-live-full-duplex-voice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ニューラルネットは陰陽を学べるか。450エポックの間、目玉の正解率は0%だった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https://zenn.dev/shakeailab/articles/yinyang-decision-boundary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BigQuery ML × Gemini でEC顧客の購買予測モデルを構築する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https://zenn.dev/web_benriya/articles/bigquery-ml-gemini-ec-purchase-prediction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「ダークマターの領域に食い込みたい」─ 会場特徴×補正値の相関検証ラインを新設した3週間の記録　=== darkmatter新設3本＋V5py/V58…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https://qiita.com/yujiiwadate0247/items/826a6d14bb69e46b84be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耳で聞く！Python で学ぶ マクロ経済学 入門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https://qiita.com/maskot1977/items/5082e3a42ee71f55ffb1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Kimi K3を理解する②──アーキテクチャの全体像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https://zenn.dev/gixo/articles/kimi-k3-kda-mla-moe-architecture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(5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ファインチューニング比較検証　--ジャンルの異なる学習データを使った時、モデル応答に違いが見られるか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https://zenn.dev/sapolas/articles/45a3a1456e1dfb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推論LLMの枝刈りでCoTが長くなる問題とRACの設計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https://zenn.dev/kas_blog/articles/20260824-reasoning-aware-compression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【2026年8月】もう"資料要約"だけじゃない。Gemini Notebook（旧NotebookLM）の1年を振り返る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https://qiita.com/a_tochi/items/765489218b0e7ffda6de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同じプロンプトなのに世界が変わる、ChatGPT・Gemini・(M365)Copilotで画像生成おけるAIの解釈差を検証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https://zenn.dev/syoshida07/articles/74c161db43677c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音声AIとの雑談から「好み」を抽出しても、勝手に記憶しない：Gemini＋Pythonで作る確認付きメモリ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https://qiita.com/susie000720/items/f5318d52087dc138c1c3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大人用です。四等分円と半円。中学受験2013年灘中(その3/3)「【これぞ図形の最高峰】灘中の算数の難問で頭をフル回転させよう...」様を、円弧と円弧…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https://qiita.com/mrrclb48z/items/f042230646cd4e1ba4e4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LSTMでドル円予測をしたら精度56.3%だった | 第1回：AIで為替の未来予測は本当にできるのか？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https://zenn.dev/hiro_algo/articles/fx-lstm-usdjpy-accuracy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Arc-Arc Intersection Calculation/Intersection of Two Circular Arcs「円弧と円弧の交点…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https://qiita.com/mrrclb48z/items/e477e906dae6a846346f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Jambaってなんだ？ ── KVキャッシュを128GBから4GBに減らした設計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https://qiita.com/GeneLab_999/items/118327a750f45616507b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長い文章を貼るとAIが急に馬鹿になるのは結局なぜなのか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https://zenn.dev/m2yagyu/articles/rope-long-context-breakdown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2ビットKVキャッシュで長文検索を守るNOVA-KV、鍵はクエリが見る次元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https://qiita.com/okssusucha/items/4e474083a840d58bbfca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AI研究で「失敗した実験」を消さない方が、次の正解に近づけた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https://zenn.dev/satoshiakiyama/articles/ada924995ee37b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(6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vibe codingは祈りである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https://zenn.dev/simossyi/articles/d45eb33a52bfe9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生成AIの精度が社内文書で落ちる4つの原因と、文書を直さない対処法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https://qiita.com/moname_ai/items/c6f488f184367bce3d40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Kimi K3を理解する①──まずは標準Transformerの理解から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https://zenn.dev/gixo/articles/kimi-k3-transformer-decoder-llm-core-arch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「とりあえず要約して」と「目的を伝えて要約して」で、AIの出力はどれだけ変わるか"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https://zenn.dev/shiomusubi/articles/897e5b9c1913cf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弁護士・士業が守秘義務の中で ChatGPT・生成 AI を使うには — 「禁止」と「黙認」のあいだ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https://zenn.dev/exapolicy/articles/dbda26ea383b7e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原稿レビューAIが「学級委員」になるのを防ぐ：指摘の生存条件と参照境界の設計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https://zenn.dev/chimirohi/articles/9ecd29963eaac4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ChatGPT・Claude・Geminiのメモリ機能、3社の設計差を公式ドキュメントから比較する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https://zenn.dev/every_ai_recipe/articles/ai-memory-feature-check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dera AI Weekly Vol.44 — 2026/8/17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https://qiita.com/dera_news_/items/3d8e59f9c8320823ccd7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Gitで修正したコードが元に戻ったので、ChatGPTと一緒に原因を追ってみた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https://zenn.dev/baleenstudio/articles/e6189a86d75420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監査プロンプトをAIツール別に持つのをやめた。10本を対象別3本へ統合した設計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https://qiita.com/ishizakahiroshi/items/a7065348ad7ca46ca521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LLMを安いモデルに変えたとき、「品質は落ちていない」とどう確認するか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https://zenn.dev/anguoyang/articles/589250e3b61cc9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YouTube動画の字幕・文字起こしを取得して、Pythonでテキスト分析する方法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https://qiita.com/nice2culuvs/items/003a6cd1cc641abf72ac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(7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画像生成・動画生成のプロンプトを再現可能にする設計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https://qiita.com/mapmc/items/a37fb37d869aa657e300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社外APIが使えない金融業で、社内マニュアル問い合わせAIをローカルLLM(Qwen3)で作った話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https://zenn.dev/shineos/articles/local-llm-finance-internal-manual-qa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【今日から俺もFDE #2】ChatGPTは「うちの会社」を知らない — 社内ChatBotを最短で作る方法（後編）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https://qiita.com/udowanllc/items/489deb269045ae13299e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GitHub Copilot 向けの指示を構造化して管理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https://qiita.com/h-nasu/items/d0b2601bb179a6cdd5eb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SynthIDとは何か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https://zenn.dev/todesking/articles/d23fd40b319388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コラム：ペルソナプロンプトの箱庭設計とは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https://qiita.com/otoyo0318/items/411f8f3d4813f66c3af9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「AIへの指示がうまい人」は、実は言語化がうまいだけ——AIで鍛える一生モノの力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https://qiita.com/Skillsheet-Port/items/0ea38eeebb9b94dc708e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AIを使うときの感覚：上手な指示と長いチャットの扱い方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https://qiita.com/ramutarafarm/items/3625867c29a869e9f94d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コピペで使える AIにコードを書かせるプロンプト。初心者がまず覚える型と、そのまま使える例文集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https://qiita.com/Rapls/items/8acc4aa395b04c184e96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「トークン消費量が多い」はもう悪口だ——AIを使いこなせない人の、本当の弱点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https://qiita.com/Skillsheet-Port/items/4cd692961ed03421b794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AI時代のキャリア戦略　第7回 AIと人間は何が違うのか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https://zenn.dev/jinfuroi/articles/b2e3c2c66f7d74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AIが何でも「その通りです」と答えるときに試す一言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https://qiita.com/masa1113/items/a5093e0c5cd81ff56e10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(8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DeepSeek 値上げを機に さくらのAI へ移行したら、シフト希望解析が時間 1/3 以下・正解率 100% になった話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https://qiita.com/emuyn/items/4379a56943d36d20ef02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生成AIと20回改修して、Jupyter Notebook上に「3Dバーチャートレース」を作った話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https://zenn.dev/hajimeteradio3/articles/c710f3020097ae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AI時代のキャリア戦略　第8回 AIは知識を学習する。人間は人生を学習する。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https://zenn.dev/jinfuroi/articles/f5ee4abc096810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Web上で公開される生成AIチャットボット5社の回答速度を比較！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https://zenn.dev/sapolas/articles/7e36aca3347e06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OpenAIとAnthropicが2026年6月12日に発表した内容から、企業のAI導入に必要な要素を整理します。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https://zenn.dev/kenta_kadowaki/articles/56d3a502356202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