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arsWalker_YU/items/a29cd2f2e6ce3838b3bf" TargetMode="External"/><Relationship Id="rId3" Type="http://schemas.openxmlformats.org/officeDocument/2006/relationships/hyperlink" Target="https://qiita.com/sescore/items/25c7b6f65e6722115c32" TargetMode="External"/><Relationship Id="rId4" Type="http://schemas.openxmlformats.org/officeDocument/2006/relationships/hyperlink" Target="https://qiita.com/syun136_616/items/c552569ad46e35717d9c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ushiYamamoto/items/46ba949498d65d7f3c86" TargetMode="External"/><Relationship Id="rId3" Type="http://schemas.openxmlformats.org/officeDocument/2006/relationships/hyperlink" Target="https://qiita.com/faliye/items/ea6426480903e0e227bb" TargetMode="External"/><Relationship Id="rId4" Type="http://schemas.openxmlformats.org/officeDocument/2006/relationships/hyperlink" Target="https://qiita.com/musa_rock/items/d90580d5cbcb8215d6f9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hamadajp/items/7a8f2bd347827ed13231" TargetMode="External"/><Relationship Id="rId3" Type="http://schemas.openxmlformats.org/officeDocument/2006/relationships/hyperlink" Target="https://qiita.com/yurukusa/items/b1add0cb7bd1cf35d096" TargetMode="External"/><Relationship Id="rId4" Type="http://schemas.openxmlformats.org/officeDocument/2006/relationships/hyperlink" Target="https://qiita.com/wasyokusatoshi/items/7a4fb1d0436abc90bd51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ootakazuhiko/items/0878c7ac45f0dc67491c" TargetMode="External"/><Relationship Id="rId3" Type="http://schemas.openxmlformats.org/officeDocument/2006/relationships/hyperlink" Target="https://qiita.com/udowanllc/items/a1e577303cf6b13ee83d" TargetMode="External"/><Relationship Id="rId4" Type="http://schemas.openxmlformats.org/officeDocument/2006/relationships/hyperlink" Target="https://qiita.com/akira_papa_AI/items/d4f0b7de46879ef5fc8c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wack205/articles/2aae07b099361b" TargetMode="External"/><Relationship Id="rId3" Type="http://schemas.openxmlformats.org/officeDocument/2006/relationships/hyperlink" Target="https://zenn.dev/syoshida07/articles/d85799dbbbb12b" TargetMode="External"/><Relationship Id="rId4" Type="http://schemas.openxmlformats.org/officeDocument/2006/relationships/hyperlink" Target="https://qiita.com/sakutto-panda/items/1fd3ec13600a3da7a5e9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arsWalker_YU/items/a29cd2f2e6ce3838b3bf" TargetMode="External"/><Relationship Id="rId3" Type="http://schemas.openxmlformats.org/officeDocument/2006/relationships/hyperlink" Target="https://qiita.com/sescore/items/25c7b6f65e6722115c32" TargetMode="External"/><Relationship Id="rId4" Type="http://schemas.openxmlformats.org/officeDocument/2006/relationships/hyperlink" Target="https://qiita.com/syun136_616/items/c552569ad46e35717d9c" TargetMode="External"/><Relationship Id="rId5" Type="http://schemas.openxmlformats.org/officeDocument/2006/relationships/hyperlink" Target="https://zenn.dev/hirano75125toru/articles/0f6c4cb0c3fc42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DaokFrontier/items/0074e626fe852633658d" TargetMode="External"/><Relationship Id="rId3" Type="http://schemas.openxmlformats.org/officeDocument/2006/relationships/hyperlink" Target="https://zenn.dev/fd_ai_teacher/articles/tech-20260713040720-1" TargetMode="External"/><Relationship Id="rId4" Type="http://schemas.openxmlformats.org/officeDocument/2006/relationships/hyperlink" Target="https://zenn.dev/continuitymodel/articles/71eb663f909030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ushiYamamoto/items/46ba949498d65d7f3c86" TargetMode="External"/><Relationship Id="rId3" Type="http://schemas.openxmlformats.org/officeDocument/2006/relationships/hyperlink" Target="https://qiita.com/faliye/items/ea6426480903e0e227bb" TargetMode="External"/><Relationship Id="rId4" Type="http://schemas.openxmlformats.org/officeDocument/2006/relationships/hyperlink" Target="https://qiita.com/musa_rock/items/d90580d5cbcb8215d6f9" TargetMode="External"/><Relationship Id="rId5" Type="http://schemas.openxmlformats.org/officeDocument/2006/relationships/hyperlink" Target="https://www.radengine.dev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korotkiewicz/duplicate-beverage-event" TargetMode="External"/><Relationship Id="rId3" Type="http://schemas.openxmlformats.org/officeDocument/2006/relationships/hyperlink" Target="https://qiita.com/reiji-takeuchi/items/e032c9a962e2f1e9a6e6" TargetMode="External"/><Relationship Id="rId4" Type="http://schemas.openxmlformats.org/officeDocument/2006/relationships/hyperlink" Target="https://qiita.com/TakekazuKATO/items/b83d2cf9dd5e5b5362fb" TargetMode="External"/><Relationship Id="rId5" Type="http://schemas.openxmlformats.org/officeDocument/2006/relationships/hyperlink" Target="https://zenn.dev/jackey_watawata/articles/bd722980c759ab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hamadajp/items/7a8f2bd347827ed13231" TargetMode="External"/><Relationship Id="rId3" Type="http://schemas.openxmlformats.org/officeDocument/2006/relationships/hyperlink" Target="https://qiita.com/yurukusa/items/b1add0cb7bd1cf35d096" TargetMode="External"/><Relationship Id="rId4" Type="http://schemas.openxmlformats.org/officeDocument/2006/relationships/hyperlink" Target="https://qiita.com/wasyokusatoshi/items/7a4fb1d0436abc90bd51" TargetMode="External"/><Relationship Id="rId5" Type="http://schemas.openxmlformats.org/officeDocument/2006/relationships/hyperlink" Target="https://qiita.com/ou-mori/items/cd7b2cf089496215acbc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jinxin4869/items/1ee0282bd44b0376f8af" TargetMode="External"/><Relationship Id="rId3" Type="http://schemas.openxmlformats.org/officeDocument/2006/relationships/hyperlink" Target="https://qiita.com/sorabcjanne1/items/8f3a354ff073ed69aac2" TargetMode="External"/><Relationship Id="rId4" Type="http://schemas.openxmlformats.org/officeDocument/2006/relationships/hyperlink" Target="https://qiita.com/Tadash/items/843ecddfcde13aae30b7" TargetMode="External"/><Relationship Id="rId5" Type="http://schemas.openxmlformats.org/officeDocument/2006/relationships/hyperlink" Target="https://qiita.com/ikeyansaza/items/d96867ba05e337f2e3ac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ootakazuhiko/items/0878c7ac45f0dc67491c" TargetMode="External"/><Relationship Id="rId3" Type="http://schemas.openxmlformats.org/officeDocument/2006/relationships/hyperlink" Target="https://qiita.com/udowanllc/items/a1e577303cf6b13ee83d" TargetMode="External"/><Relationship Id="rId4" Type="http://schemas.openxmlformats.org/officeDocument/2006/relationships/hyperlink" Target="https://qiita.com/akira_papa_AI/items/d4f0b7de46879ef5fc8c" TargetMode="External"/><Relationship Id="rId5" Type="http://schemas.openxmlformats.org/officeDocument/2006/relationships/hyperlink" Target="https://qiita.com/www_wonderwebworks/items/a66ee797561811cab0e4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eiichik_kk/items/01aea594cf6193650880" TargetMode="External"/><Relationship Id="rId3" Type="http://schemas.openxmlformats.org/officeDocument/2006/relationships/hyperlink" Target="https://gwern.net/guardian-angel" TargetMode="External"/><Relationship Id="rId4" Type="http://schemas.openxmlformats.org/officeDocument/2006/relationships/hyperlink" Target="https://zenn.dev/m__f/articles/chatgpt_5_6_update_overview" TargetMode="External"/><Relationship Id="rId5" Type="http://schemas.openxmlformats.org/officeDocument/2006/relationships/hyperlink" Target="https://zenn.dev/nttdata_tech/articles/0aef5de18fae3c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wack205/articles/2aae07b099361b" TargetMode="External"/><Relationship Id="rId3" Type="http://schemas.openxmlformats.org/officeDocument/2006/relationships/hyperlink" Target="https://zenn.dev/syoshida07/articles/d85799dbbbb12b" TargetMode="External"/><Relationship Id="rId4" Type="http://schemas.openxmlformats.org/officeDocument/2006/relationships/hyperlink" Target="https://qiita.com/sakutto-panda/items/1fd3ec13600a3da7a5e9" TargetMode="External"/><Relationship Id="rId5" Type="http://schemas.openxmlformats.org/officeDocument/2006/relationships/hyperlink" Target="https://zenn.dev/sugarfree/articles/e6a0aae5bc8fe4ba88e6b8ac-e6a99fe6a2b0e5ada6e7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aimar/articles/d79167d12638b7" TargetMode="External"/><Relationship Id="rId3" Type="http://schemas.openxmlformats.org/officeDocument/2006/relationships/hyperlink" Target="https://zenn.dev/factory_mo/articles/multi-ai-integration-layer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quotidia/items/1e469573d2a8ae81838c" TargetMode="External"/><Relationship Id="rId3" Type="http://schemas.openxmlformats.org/officeDocument/2006/relationships/hyperlink" Target="https://qiita.com/gemmaro/items/8b6ed72a486d8fb5ede7" TargetMode="External"/><Relationship Id="rId4" Type="http://schemas.openxmlformats.org/officeDocument/2006/relationships/hyperlink" Target="https://qiita.com/nakanokensetsu/items/c81e340689362e3dd1ec" TargetMode="External"/><Relationship Id="rId5" Type="http://schemas.openxmlformats.org/officeDocument/2006/relationships/hyperlink" Target="https://qiita.com/masykot582/items/552d0b752e6800946a8a" TargetMode="External"/><Relationship Id="rId6" Type="http://schemas.openxmlformats.org/officeDocument/2006/relationships/hyperlink" Target="https://qiita.com/pdfractal/items/ac2db9a943e388d0cdf7" TargetMode="External"/><Relationship Id="rId7" Type="http://schemas.openxmlformats.org/officeDocument/2006/relationships/hyperlink" Target="https://qiita.com/shawwang77/items/fcc0e8ddb30b95ff46b1" TargetMode="External"/><Relationship Id="rId8" Type="http://schemas.openxmlformats.org/officeDocument/2006/relationships/hyperlink" Target="https://qiita.com/Synthorai/items/4d512bee96a2dcda6537" TargetMode="External"/><Relationship Id="rId9" Type="http://schemas.openxmlformats.org/officeDocument/2006/relationships/hyperlink" Target="https://qiita.com/KotatsuEngineer/items/428fea403cf922a5bede" TargetMode="External"/><Relationship Id="rId10" Type="http://schemas.openxmlformats.org/officeDocument/2006/relationships/hyperlink" Target="https://qiita.com/orsonamiri/items/bd7cb53e50ae54e5e97b" TargetMode="External"/><Relationship Id="rId11" Type="http://schemas.openxmlformats.org/officeDocument/2006/relationships/hyperlink" Target="https://qiita.com/IDX_2023/items/7477e96963875397f445" TargetMode="External"/><Relationship Id="rId12" Type="http://schemas.openxmlformats.org/officeDocument/2006/relationships/hyperlink" Target="https://qiita.com/mrrclb48z/items/c33c86455a81b9d65ad9" TargetMode="External"/><Relationship Id="rId13" Type="http://schemas.openxmlformats.org/officeDocument/2006/relationships/hyperlink" Target="https://qiita.com/y_nakahira_prompt-x/items/0bab128c11291353e9c2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eggdolphin/articles/2db5f19de08971" TargetMode="External"/><Relationship Id="rId3" Type="http://schemas.openxmlformats.org/officeDocument/2006/relationships/hyperlink" Target="https://zenn.dev/hanav1ye/articles/claude-startup2" TargetMode="External"/><Relationship Id="rId4" Type="http://schemas.openxmlformats.org/officeDocument/2006/relationships/hyperlink" Target="https://qiita.com/eiri_ai/items/85c5342550de3e8f5e63" TargetMode="External"/><Relationship Id="rId5" Type="http://schemas.openxmlformats.org/officeDocument/2006/relationships/hyperlink" Target="https://zenn.dev/tomy1noriyamame/articles/d4a846a62e33d1" TargetMode="External"/><Relationship Id="rId6" Type="http://schemas.openxmlformats.org/officeDocument/2006/relationships/hyperlink" Target="https://jola.dev/posts/how-to-stop-claude-from-saying-load-bearing" TargetMode="External"/><Relationship Id="rId7" Type="http://schemas.openxmlformats.org/officeDocument/2006/relationships/hyperlink" Target="https://qiita.com/hironakamura_ai/items/826ce9f89666640afb5d" TargetMode="External"/><Relationship Id="rId8" Type="http://schemas.openxmlformats.org/officeDocument/2006/relationships/hyperlink" Target="https://qiita.com/sugarfree/items/abee3b1c56d78cf106cb" TargetMode="External"/><Relationship Id="rId9" Type="http://schemas.openxmlformats.org/officeDocument/2006/relationships/hyperlink" Target="https://qiita.com/kooohei/items/d381b14e2930040e2ff2" TargetMode="External"/><Relationship Id="rId10" Type="http://schemas.openxmlformats.org/officeDocument/2006/relationships/hyperlink" Target="https://zenn.dev/neet/articles/11bafab8645995" TargetMode="External"/><Relationship Id="rId11" Type="http://schemas.openxmlformats.org/officeDocument/2006/relationships/hyperlink" Target="https://qiita.com/wasyokusatoshi/items/9a5ac7fc7f46521510b9" TargetMode="External"/><Relationship Id="rId12" Type="http://schemas.openxmlformats.org/officeDocument/2006/relationships/hyperlink" Target="https://zenn.dev/jackey_watawata/articles/215d740a99f375" TargetMode="External"/><Relationship Id="rId13" Type="http://schemas.openxmlformats.org/officeDocument/2006/relationships/hyperlink" Target="https://qiita.com/rikunagano/items/8e3d43881467cef17be7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yushiyamamoto/articles/llm-basics-tokens-training-2026-07" TargetMode="External"/><Relationship Id="rId3" Type="http://schemas.openxmlformats.org/officeDocument/2006/relationships/hyperlink" Target="https://qiita.com/YushiYamamoto/items/94d489b817989aebbd71" TargetMode="External"/><Relationship Id="rId4" Type="http://schemas.openxmlformats.org/officeDocument/2006/relationships/hyperlink" Target="https://qiita.com/Rapls/items/7c94f44101c7299c7ad9" TargetMode="External"/><Relationship Id="rId5" Type="http://schemas.openxmlformats.org/officeDocument/2006/relationships/hyperlink" Target="https://zenn.dev/kokemichi/articles/9e58174aba5609" TargetMode="External"/><Relationship Id="rId6" Type="http://schemas.openxmlformats.org/officeDocument/2006/relationships/hyperlink" Target="https://zenn.dev/team_nishika/articles/bf9d2f883e79aa" TargetMode="External"/><Relationship Id="rId7" Type="http://schemas.openxmlformats.org/officeDocument/2006/relationships/hyperlink" Target="https://qiita.com/quotidia/items/e64b09910eb34b9ee2ff" TargetMode="External"/><Relationship Id="rId8" Type="http://schemas.openxmlformats.org/officeDocument/2006/relationships/hyperlink" Target="https://qiita.com/masykot582/items/b3cd82c20a0dea88b492" TargetMode="External"/><Relationship Id="rId9" Type="http://schemas.openxmlformats.org/officeDocument/2006/relationships/hyperlink" Target="https://zenn.dev/contrea/articles/189ea1dfa60388" TargetMode="External"/><Relationship Id="rId10" Type="http://schemas.openxmlformats.org/officeDocument/2006/relationships/hyperlink" Target="https://zenn.dev/yuta1995/articles/chatgpt-voice-conversation-skills" TargetMode="External"/><Relationship Id="rId11" Type="http://schemas.openxmlformats.org/officeDocument/2006/relationships/hyperlink" Target="https://qiita.com/aaruupaka/items/679d8f984b45ab5f7a1a" TargetMode="External"/><Relationship Id="rId12" Type="http://schemas.openxmlformats.org/officeDocument/2006/relationships/hyperlink" Target="https://qiita.com/val1363-KOJIMA/items/e2cbc2295b3e93c3276c" TargetMode="External"/><Relationship Id="rId13" Type="http://schemas.openxmlformats.org/officeDocument/2006/relationships/hyperlink" Target="https://qiita.com/metappi/items/a13937764c6589012340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every_ai_recipe/articles/minutes-action-items-3-fields" TargetMode="External"/><Relationship Id="rId3" Type="http://schemas.openxmlformats.org/officeDocument/2006/relationships/hyperlink" Target="https://qiita.com/mrrclb48z/items/bbfdd497e87687b51cea" TargetMode="External"/><Relationship Id="rId4" Type="http://schemas.openxmlformats.org/officeDocument/2006/relationships/hyperlink" Target="https://qiita.com/kazu77/items/69129c3e748418448cc5" TargetMode="External"/><Relationship Id="rId5" Type="http://schemas.openxmlformats.org/officeDocument/2006/relationships/hyperlink" Target="https://qiita.com/yutowac/items/fac9f99564feba728eaf" TargetMode="External"/><Relationship Id="rId6" Type="http://schemas.openxmlformats.org/officeDocument/2006/relationships/hyperlink" Target="https://qiita.com/yml024/items/415937df16f1fc08ae50" TargetMode="External"/><Relationship Id="rId7" Type="http://schemas.openxmlformats.org/officeDocument/2006/relationships/hyperlink" Target="https://qiita.com/zhonglin9894/items/1c551f860af8f0d07356" TargetMode="External"/><Relationship Id="rId8" Type="http://schemas.openxmlformats.org/officeDocument/2006/relationships/hyperlink" Target="https://qiita.com/equeko99/items/bca312fa8e0391ddfd4a" TargetMode="External"/><Relationship Id="rId9" Type="http://schemas.openxmlformats.org/officeDocument/2006/relationships/hyperlink" Target="https://qiita.com/R-7777/items/472edcf6d60054994320" TargetMode="External"/><Relationship Id="rId10" Type="http://schemas.openxmlformats.org/officeDocument/2006/relationships/hyperlink" Target="https://qiita.com/yutowac/items/2fa93a0bb74653fa387d" TargetMode="External"/><Relationship Id="rId11" Type="http://schemas.openxmlformats.org/officeDocument/2006/relationships/hyperlink" Target="https://qiita.com/nolanlover0527/items/585bf5fde6abbf18847b" TargetMode="External"/><Relationship Id="rId12" Type="http://schemas.openxmlformats.org/officeDocument/2006/relationships/hyperlink" Target="https://qiita.com/kiarina/items/604080dd88a9dd6fbf68" TargetMode="External"/><Relationship Id="rId13" Type="http://schemas.openxmlformats.org/officeDocument/2006/relationships/hyperlink" Target="https://qiita.com/dera_news_/items/6df958b890afe77ff436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furuse-kazufumi/items/a8549f4ba13860aff741" TargetMode="External"/><Relationship Id="rId3" Type="http://schemas.openxmlformats.org/officeDocument/2006/relationships/hyperlink" Target="https://zenn.dev/fandhe/articles/2bbd96138b8d3b" TargetMode="External"/><Relationship Id="rId4" Type="http://schemas.openxmlformats.org/officeDocument/2006/relationships/hyperlink" Target="https://zenn.dev/log10limh/articles/1d885eabf1aaa8" TargetMode="External"/><Relationship Id="rId5" Type="http://schemas.openxmlformats.org/officeDocument/2006/relationships/hyperlink" Target="https://qiita.com/rino_yume/items/c4fc00fbfaf5d40b731c" TargetMode="External"/><Relationship Id="rId6" Type="http://schemas.openxmlformats.org/officeDocument/2006/relationships/hyperlink" Target="https://zenn.dev/rindokulab/books/b6af9b1125cb2f" TargetMode="External"/><Relationship Id="rId7" Type="http://schemas.openxmlformats.org/officeDocument/2006/relationships/hyperlink" Target="https://zenn.dev/sompojapan_dx/articles/87563d78a6370c" TargetMode="External"/><Relationship Id="rId8" Type="http://schemas.openxmlformats.org/officeDocument/2006/relationships/hyperlink" Target="https://zenn.dev/yui_szk/articles/29f102325d65f1" TargetMode="External"/><Relationship Id="rId9" Type="http://schemas.openxmlformats.org/officeDocument/2006/relationships/hyperlink" Target="https://zenn.dev/ryutag/articles/3970017e60ff26" TargetMode="External"/><Relationship Id="rId10" Type="http://schemas.openxmlformats.org/officeDocument/2006/relationships/hyperlink" Target="https://zenn.dev/blacksmith_5001/articles/9bf37ddde04282" TargetMode="External"/><Relationship Id="rId11" Type="http://schemas.openxmlformats.org/officeDocument/2006/relationships/hyperlink" Target="https://zenn.dev/every_ai_recipe/articles/ai-minutes-meeting-type-prompts" TargetMode="External"/><Relationship Id="rId12" Type="http://schemas.openxmlformats.org/officeDocument/2006/relationships/hyperlink" Target="https://qiita.com/otoyo0318/items/14d6c81f1eb22d525234" TargetMode="External"/><Relationship Id="rId13" Type="http://schemas.openxmlformats.org/officeDocument/2006/relationships/hyperlink" Target="https://qiita.com/mkuwan/items/933cfd46b8d64efb88a6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kuwan/items/4d7bd91a09f29e254bc1" TargetMode="External"/><Relationship Id="rId3" Type="http://schemas.openxmlformats.org/officeDocument/2006/relationships/hyperlink" Target="https://zenn.dev/ke_furuya/articles/96b0b15b84d9f0" TargetMode="External"/><Relationship Id="rId4" Type="http://schemas.openxmlformats.org/officeDocument/2006/relationships/hyperlink" Target="https://qiita.com/hinemoz/items/1aee7824b02a6d40376d" TargetMode="External"/><Relationship Id="rId5" Type="http://schemas.openxmlformats.org/officeDocument/2006/relationships/hyperlink" Target="https://zenn.dev/kamab0k0/articles/69691e95d7992e" TargetMode="External"/><Relationship Id="rId6" Type="http://schemas.openxmlformats.org/officeDocument/2006/relationships/hyperlink" Target="https://zenn.dev/kensho_ya/articles/keiba-backtest-leak-check" TargetMode="External"/><Relationship Id="rId7" Type="http://schemas.openxmlformats.org/officeDocument/2006/relationships/hyperlink" Target="https://zenn.dev/tkpurine/articles/inpainting-lama-object-removal" TargetMode="External"/><Relationship Id="rId8" Type="http://schemas.openxmlformats.org/officeDocument/2006/relationships/hyperlink" Target="https://zenn.dev/ramenpanda/articles/87c548128bebaf" TargetMode="External"/><Relationship Id="rId9" Type="http://schemas.openxmlformats.org/officeDocument/2006/relationships/hyperlink" Target="https://zenn.dev/dec/articles/introducing-codex-sites" TargetMode="External"/><Relationship Id="rId10" Type="http://schemas.openxmlformats.org/officeDocument/2006/relationships/hyperlink" Target="https://qiita.com/tech_tech_pingu/items/a0f11dc881abc16ad8d1" TargetMode="External"/><Relationship Id="rId11" Type="http://schemas.openxmlformats.org/officeDocument/2006/relationships/hyperlink" Target="https://qiita.com/kohki_takatama/items/400045918b03d644a508" TargetMode="External"/><Relationship Id="rId12" Type="http://schemas.openxmlformats.org/officeDocument/2006/relationships/hyperlink" Target="https://qiita.com/puyon/items/a9f7dd8f181e1890e580" TargetMode="External"/><Relationship Id="rId13" Type="http://schemas.openxmlformats.org/officeDocument/2006/relationships/hyperlink" Target="https://zenn.dev/blu_wave/articles/jidoku-claude-kernel-rag-story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inamocchi_tech/items/0cfdd02ab47114b19b9b" TargetMode="External"/><Relationship Id="rId3" Type="http://schemas.openxmlformats.org/officeDocument/2006/relationships/hyperlink" Target="https://qiita.com/kotajobs0/items/a1d059f6d8affb64a755" TargetMode="External"/><Relationship Id="rId4" Type="http://schemas.openxmlformats.org/officeDocument/2006/relationships/hyperlink" Target="https://qiita.com/rehab-datascience/items/9efb0f1a15f5b26ca2f0" TargetMode="External"/><Relationship Id="rId5" Type="http://schemas.openxmlformats.org/officeDocument/2006/relationships/hyperlink" Target="https://qiita.com/ha-te/items/a65560d5d4edf70b43dc" TargetMode="External"/><Relationship Id="rId6" Type="http://schemas.openxmlformats.org/officeDocument/2006/relationships/hyperlink" Target="https://qiita.com/ha-te/items/99d7076cf0ff233ee5ca" TargetMode="External"/><Relationship Id="rId7" Type="http://schemas.openxmlformats.org/officeDocument/2006/relationships/hyperlink" Target="https://qiita.com/ochtum/items/574f0436e72212bdaf42" TargetMode="External"/><Relationship Id="rId8" Type="http://schemas.openxmlformats.org/officeDocument/2006/relationships/hyperlink" Target="https://qiita.com/Tadataka_Takahashi/items/4b6916d774ce639c5754" TargetMode="External"/><Relationship Id="rId9" Type="http://schemas.openxmlformats.org/officeDocument/2006/relationships/hyperlink" Target="https://qiita.com/ha-te/items/45d982a8b3d5fc0da797" TargetMode="External"/><Relationship Id="rId10" Type="http://schemas.openxmlformats.org/officeDocument/2006/relationships/hyperlink" Target="https://qiita.com/maskot1977/items/9c524b0a7dbfb2581103" TargetMode="External"/><Relationship Id="rId11" Type="http://schemas.openxmlformats.org/officeDocument/2006/relationships/hyperlink" Target="https://qiita.com/ha-te/items/4e0420ebe5a948667705" TargetMode="External"/><Relationship Id="rId12" Type="http://schemas.openxmlformats.org/officeDocument/2006/relationships/hyperlink" Target="https://qiita.com/ha-te/items/b49a79c79bbee9b46ff0" TargetMode="External"/><Relationship Id="rId13" Type="http://schemas.openxmlformats.org/officeDocument/2006/relationships/hyperlink" Target="https://qiita.com/kazukisakai0129/items/aa8d2cda34aff2a20892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suneo46/items/0fa36bb619ffef5ff7e3" TargetMode="External"/><Relationship Id="rId3" Type="http://schemas.openxmlformats.org/officeDocument/2006/relationships/hyperlink" Target="https://qiita.com/yutowac/items/f30d5ffc71ce7358b13f" TargetMode="External"/><Relationship Id="rId4" Type="http://schemas.openxmlformats.org/officeDocument/2006/relationships/hyperlink" Target="https://zenn.dev/sapolas/articles/7e36aca3347e06" TargetMode="External"/><Relationship Id="rId5" Type="http://schemas.openxmlformats.org/officeDocument/2006/relationships/hyperlink" Target="https://zenn.dev/kenta_kadowaki/articles/56d3a502356202" TargetMode="External"/><Relationship Id="rId6" Type="http://schemas.openxmlformats.org/officeDocument/2006/relationships/hyperlink" Target="https://zenn.dev/mlboydaisuke/articles/e56291d606e61348ff27" TargetMode="External"/><Relationship Id="rId7" Type="http://schemas.openxmlformats.org/officeDocument/2006/relationships/hyperlink" Target="https://zenn.dev/miki_mini/articles/f5a0b85f84bbd6" TargetMode="External"/><Relationship Id="rId8" Type="http://schemas.openxmlformats.org/officeDocument/2006/relationships/hyperlink" Target="https://zenn.dev/nozmat/articles/e414ab808ebc1e" TargetMode="External"/><Relationship Id="rId9" Type="http://schemas.openxmlformats.org/officeDocument/2006/relationships/hyperlink" Target="https://zenn.dev/saturday/articles/97f0f577d40e14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88952" cy="54864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AI ニュース日報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ED6F1"/>
                </a:solidFill>
              </a:rPr>
              <a:t>2026-07-14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5C1E9"/>
                </a:solidFill>
              </a:rPr>
              <a:t>総収集記事数：212 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本日のテーマ別サマリー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554480"/>
          <a:ext cx="94183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1737360"/>
                <a:gridCol w="192024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テーマ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件数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割合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IT運用・自動化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</a:rPr>
                        <a:t>7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RAG・検索基盤設計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</a:rPr>
                        <a:t>34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14.0%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AIエージェント開発・運用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439AD"/>
                          </a:solidFill>
                        </a:rPr>
                        <a:t>69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28.5%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生成AI活用の現場実践・他社事例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</a:rPr>
                        <a:t>27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11.2%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AIガバナンス・セキュリティ・社内ルール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7E22"/>
                          </a:solidFill>
                        </a:rPr>
                        <a:t>13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その他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8C8D"/>
                          </a:solidFill>
                        </a:rPr>
                        <a:t>92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38.0%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合計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242 件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IT運用・自動化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Claude Code × AIGateway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https://qiita.com/MarsWalker_YU/items/a29cd2f2e6ce3838b3bf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!SCR-20260715-duzq.png
Claude Codeで複数AIモデルを管理する方法｜AIGatewayでAPI切替を自動化
Q1. Claude Codeで複数のAIモデルを使うことはできますか？
はい、できます。
Claude Codeは非常に強力なAI開発ツールですが、
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Claude Code毎日使い録：SESエンジニアがデータ分析を自動化してフリーランス転向を考えた話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https://qiita.com/sescore/items/25c7b6f65e6722115c32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&gt; 「Claude Codeを本当に使いこなせているか自信がない」——SESの現場で同僚から聞くたびに、自分の設定ファイルを見せると驚かれる。今回は、実際に毎日使っている設定・コマンド・パターンを全部公開する。嘘なし、盛りなし。
なぜClaude Codeを毎日使うようになったか
SESエンジニ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Claude Code 使い方まとめ【2026年版】設定から実践Tips まで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https://qiita.com/syun136_616/items/c552569ad46e35717d9c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この記事の要点
- Claude CodeはAnthropic製のCLIベースAIコーディングエージェントで、ファイル操作・シェル実行・Web検索をモデルが自律的に完結させる
- CLAUDE.mdによる指示の永続化、Hookシステムによる自動化、MCPサーバー連携が実務での主な差別化ポイント
-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RAG・検索基盤設計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なぜRAGが必要なのか — LLM単体の限界を初心者向けに整理する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https://qiita.com/YushiYamamoto/items/46ba949498d65d7f3c86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!RAG beginner guide
社内ドキュメントや製品マニュアルをLLMに聞きたいのに、「知りません」と返されるか、もっともらしいが誤った回答が返ってくる——こうした体験からRAG（Retrieval Augmented Generation）という言葉に出会う人は多い。
この記事は、なぜ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ナレッジベースRAGプラグイン市場の開発、複数Reactインスタンスとマイクロフロントエンド（4）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https://qiita.com/faliye/items/ea6426480903e0e227bb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ナレッジベースRAG開発の第4回目となるこの記事では、エンジニアリング開発におけるいくつかのトレードオフについて語るとともに、フロントエンドに立ち返り、フロントエンド開発で直面した問題についてお話しします。
まず、2つの問題について一緒に考えてみましょう。
単一のデザイン部門フロントエンドRAGか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Amazon S3 Vectors で「月額ほぼゼロの RAG」を作ってみた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https://qiita.com/musa_rock/items/d90580d5cbcb8215d6f9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仕事で社内ナレッジ検索の PoC(会議の記録から QA集を作り、FAQ チャットで横断検索する RAG アプリ)を作る機会がありました。PoC なので検証が止まっている夜間・休日にコストが流れるのは避けたい。そこでベクトルストアに Amazon S3 Vectors を採用し、アイドルコ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AIエージェント開発・運用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Loop engineeringはプロンプト術ではなく開発プロセス設計である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https://qiita.com/mhamadajp/items/7a8f2bd347827ed13231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AIエージェント時代に速くなるのは「実装」だけではない
AIコーディングエージェントを使うと、コードを書く速度は大きく上がります。
仕様を渡す。AIが実装する。テストを実行する。失敗したらログを読んで直す。ブラウザで画面を確認する。もう一度修正する。
この一連の流れをAIエージェント自身に回さ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「セッション上限です」と言われて追加クレジットを買ったのに、また同じところで止まる——その上限、あなたが当たっている枠とは別かもしれない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https://qiita.com/yurukusa/items/b1add0cb7bd1cf35d096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Claude Code で、裏側の副作業者(サブエージェント)を何本か走らせている人に、こういうことが起きる。副作業者が「You've hit your session limit - resets at 7pm」のようなメッセージで次々に止まる。ところが、同じセッションの本体の作業は何時間も普通に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AIの「独り言」を読み飛ばしている新人エンジニアは、一番おいしい部分を捨てている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https://qiita.com/wasyokusatoshi/items/7a4fb1d0436abc90bd51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この記事で言いたいこと
Claude CodeやGitHub Copilotに仕事を頼むと、コードが出てくる前に、AIがぶつぶつと「独り言」を話します。
&gt; エラーメッセージを確認します。 なので、まずこの変数がどこでundefinedになるかを特定します。呼び出し元を検索して……
多くの新人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生成AI活用の現場実践・他社事例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Chat→Work→Codex CLI→GitHub IssueをGit管理ファイルでつなぐ【Pro X20実践②】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https://qiita.com/ootakazuhiko/items/0878c7ac45f0dc67491c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&gt; 検証日：2026年7月14日  
&gt; 環境：Windows 11／複数のWSL2ディストリビューション／ChatGPT Pro X20／Codex CLI／GitHub CLI  
&gt; ChatGPTやCodexの機能は段階的に展開される場合があります。画面や利用可能な機能が本記事と異なる場合は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AI時代のジュニアエンジニア育成論 ― 「答えを出させないAI」で、レビューと成長を両立する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https://qiita.com/udowanllc/items/a1e577303cf6b13ee83d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 — AIで生産性は上がった。レビューは地獄になった
AIコーディングの導入で、開発の生産性は確かに上がった。かつて1日かかった実装が数時間で終わる。ジュニアエンジニアでも、動くものが作れてしまう。
そして、レビューの負荷が跳ね上がった。
こんな場面に覚えはないだろうか。ジュニアから届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本番データをコピーしてテストするのを卒業する — LLMで“安全な合成テストデータ”を作る実践ガイド（PII非混入・スキーマ準拠・境界値/異常系まで7パターン）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https://qiita.com/akira_papa_AI/items/d4f0b7de46879ef5fc8c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テストのたびに本番DBをコピーして、staging にまるっと流してませんか？
正直に言いましょう。僕も昔はやってました。「本番と同じデータじゃないとバグが再現せえへんし」って。でも、あれって実はけっこう危ない橋を渡ってるんですよね。本番のユーザーテーブルには、実在する人の名前・メールアドレス・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AIガバナンス・セキュリティ・社内ルール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[Zenn]  </a:t>
            </a:r>
            <a:r>
              <a:rPr sz="1200" b="1">
                <a:solidFill>
                  <a:srgbClr val="FFFFFF"/>
                </a:solidFill>
              </a:rPr>
              <a:t>プロンプトインジェクションは、プロンプトでは防げない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https://zenn.dev/wack205/articles/2aae07b099361b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ウェブページに人間には見えないテキストを仕込み、それを読んだAIを乗っ取る——プロンプトインジェクション。名前は聞くけれど、正直よくわかっていなかった。
調べていくうちに、自分の理解が根本的にズレていたことがわかった。特にこの3つ。
「プロンプト」とは、ユーザーが打ち込んだ文字列のことだ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[Zenn]  </a:t>
            </a:r>
            <a:r>
              <a:rPr sz="1200" b="1">
                <a:solidFill>
                  <a:srgbClr val="FFFFFF"/>
                </a:solidFill>
              </a:rPr>
              <a:t>スタンフォード大学(Stanford HA)の最新発表、LLMは仮説生成・実験設計・理論化を担う時代へ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https://zenn.dev/syoshida07/articles/d85799dbbbb12b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Stanford HAI (Stanford Institute for Human-Centered Artificial Intelligence)は、スタンフォード大学が設立した世界有数のAI研究機関である。
特徴はAI技術を人間中心に設計することを理念とし、技術開発だけでなく、社会・倫理・政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【2026/7/1】Fable 5が19日ぶりに復活 — 輸出規制解除の経緯と、「無料期間」が「クレジット制」に変わった話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https://qiita.com/sakutto-panda/items/1fd3ec13600a3da7a5e9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3行まとめ
- 2026年6月30日、米商務省が Fable 5 / Mythos 5 への輸出規制指令を解除。Anthropic は7月1日から Fable 5 を全世界で再デプロイした（停止は6月12日なので19日ぶり）
- 復旧の条件は「改善版の安全分類器」。報告された回避手法を 99%以上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 × AIGateway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https://qiita.com/MarsWalker_YU/items/a29cd2f2e6ce3838b3bf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!SCR-20260715-duzq.png
Claude Codeで複数AIモデルを管理する方法｜AIGatewayでAPI切替を自動化
Q1. Claude Codeで複数のAIモデルを使うことはできますか？
はい、できます。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Code毎日使い録：SESエンジニアがデータ分析を自動化してフリーランス転向を考えた話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https://qiita.com/sescore/items/25c7b6f65e6722115c32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「Claude Codeを本当に使いこなせているか自信がない」——SESの現場で同僚から聞くたびに、自分の設定ファイルを見せると驚かれる。今回は、実際に毎日使っている設定・コマンド・パターンを全部公開する。嘘なし、盛りなし。
なぜCl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 使い方まとめ【2026年版】設定から実践Tips まで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https://qiita.com/syun136_616/items/c552569ad46e35717d9c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この記事の要点
- Claude CodeはAnthropic製のCLIベースAIコーディングエージェントで、ファイル操作・シェル実行・Web検索をモデルが自律的に完結させる
- CLAUDE.mdによる指示の永続化、Hookシステムによる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Difyでチャットボットワークフローを作成</a:t>
            </a:r>
            <a:r>
              <a:rPr sz="900">
                <a:solidFill>
                  <a:srgbClr val="7F8C8D"/>
                </a:solidFill>
              </a:rPr>
              <a:t>  (2026-07-13)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https://zenn.dev/hirano75125toru/articles/0f6c4cb0c3fc42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作成背景及び概要
社内の問い合わせ対応を効率化するため、Dify で ナレッジベース（RAG）付きのチャットボット を PoC しました。
本記事では、架空の社内ポータル「SampleCorp Portal」を題材に、次の流れを紹介します。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LLMのハルシネーションを自動検出！RAG評価ワークフローの構築</a:t>
            </a:r>
            <a:r>
              <a:rPr sz="900">
                <a:solidFill>
                  <a:srgbClr val="7F8C8D"/>
                </a:solidFill>
              </a:rPr>
              <a:t>  (2026-07-13)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https://qiita.com/DaokFrontier/items/0074e626fe852633658d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「RAGシステムを導入したのに、なぜかLLMが嘘をつく…」「ユーザーから『回答が間違っている』と指摘されたけど、どこから手をつければいいのかわからない」
多くのRAG開発者が直面するこの問題は、LLMのハルシネーション（幻覚）が原因かもしれ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LLMのハルシネーションを自動検出！RAG評価ワークフローの構築</a:t>
            </a:r>
            <a:r>
              <a:rPr sz="900">
                <a:solidFill>
                  <a:srgbClr val="7F8C8D"/>
                </a:solidFill>
              </a:rPr>
              <a:t>  (2026-07-13)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3"/>
              </a:rPr>
              <a:t>https://zenn.dev/fd_ai_teacher/articles/tech-20260713040720-1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「RAGシステムを導入したのに、なぜかLLMが嘘をつく…」「ユーザーから『回答が間違っている』と指摘されたけど、どこから手をつければいいのかわからない」
多くのRAG開発者が直面するこの問題は、LLMのハルシネーション（幻覚）が原因かもしれ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ベンダーの言う「AI業務改善」は、だいたい業務を見ていない</a:t>
            </a:r>
            <a:r>
              <a:rPr sz="900">
                <a:solidFill>
                  <a:srgbClr val="7F8C8D"/>
                </a:solidFill>
              </a:rPr>
              <a:t>  (2026-07-11)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https://zenn.dev/continuitymodel/articles/71eb663f909030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ベンダーの言う「AI業務改善」は、だいたい業務を見ていない
また「AIで業務改善」が語られている。
AI PC。
ローカルAI。
ハイブリッドAI。
RAG。
社内データ活用。
FAQ自動化。
ナレッジ検索。
文書要約。
最近のAI業務改善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なぜRAGが必要なのか — LLM単体の限界を初心者向けに整理する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https://qiita.com/YushiYamamoto/items/46ba949498d65d7f3c86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!RAG beginner guide
社内ドキュメントや製品マニュアルをLLMに聞きたいのに、「知りません」と返されるか、もっともらしいが誤った回答が返ってくる——こうした体験からRAG（Retrieval Augmented Gene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ナレッジベースRAGプラグイン市場の開発、複数Reactインスタンスとマイクロフロントエンド（4）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https://qiita.com/faliye/items/ea6426480903e0e227bb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ナレッジベースRAG開発の第4回目となるこの記事では、エンジニアリング開発におけるいくつかのトレードオフについて語るとともに、フロントエンドに立ち返り、フロントエンド開発で直面した問題についてお話しします。
まず、2つの問題について一緒に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Amazon S3 Vectors で「月額ほぼゼロの RAG」を作ってみた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https://qiita.com/musa_rock/items/d90580d5cbcb8215d6f9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仕事で社内ナレッジ検索の PoC(会議の記録から QA集を作り、FAQ チャットで横断検索する RAG アプリ)を作る機会がありました。PoC なので検証が止まっている夜間・休日にコストが流れるのは避けたい。そこでベクトルストア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Rad: The relational database, redesigned. OLTP backed by durable object storage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5"/>
              </a:rPr>
              <a:t>https://www.radengine.dev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Rad: The relational database, redesigned. OLTP backed by durable object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22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Duplicate Beverage Event – Story about time travel, magic and AI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2"/>
              </a:rPr>
              <a:t>https://github.com/skorotkiewicz/duplicate-beverage-event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Duplicate Beverage Event – Story about time travel, magic and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生成AIパスポート対策問題集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https://qiita.com/reiji-takeuchi/items/e032c9a962e2f1e9a6e6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生成AIパスポート試験の対策教材として、Udemyにて模擬問題集コースを公開しています。
本記事では講座の内容をご紹介します。記事の末尾に期間限定の割引クーポンを掲載していますので、興味のある方はぜひご覧ください。
---
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研究室AI基盤の構築（第3回：研究室ナレッジについて考えていたら自作してしまった件（前半））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https://qiita.com/TakekazuKATO/items/b83d2cf9dd5e5b5362fb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研究室AI基盤に導入するナレッジツールを探していたら、どうも微妙に考えに合うものがなく、思わず自作してしまったので、その紹介をします。とは言っても新しいナレッジベースを開発したとか、新しいRAGの仕組みを開発したとかではなく、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【脱初心者】LLMを「使う側」から「作る側」へ！パーソナルAIアシスタント開発のロードマップ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https://zenn.dev/jackey_watawata/articles/bd722980c759ab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ChatGPTを触っていて、「自分のPCにある膨大なメモや資料を、自分専用のAIに読み込ませて賢くしたい」と思ったことはありませんか？
本記事では、LLM（大規模言語モデル）の基礎を学びつつ、実際に自分のドキュメントを読み込んで回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Loop engineeringはプロンプト術ではなく開発プロセス設計である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https://qiita.com/mhamadajp/items/7a8f2bd347827ed13231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AIエージェント時代に速くなるのは「実装」だけではない
AIコーディングエージェントを使うと、コードを書く速度は大きく上がります。
仕様を渡す。AIが実装する。テストを実行する。失敗したらログを読んで直す。ブラウザで画面を確認する。もう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「セッション上限です」と言われて追加クレジットを買ったのに、また同じところで止まる——その上限、あなたが当たっている枠とは別かもしれない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https://qiita.com/yurukusa/items/b1add0cb7bd1cf35d096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Claude Code で、裏側の副作業者(サブエージェント)を何本か走らせている人に、こういうことが起きる。副作業者が「You've hit your session limit - resets at 7pm」のようなメッセージで次々に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AIの「独り言」を読み飛ばしている新人エンジニアは、一番おいしい部分を捨てている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https://qiita.com/wasyokusatoshi/items/7a4fb1d0436abc90bd51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この記事で言いたいこと
Claude CodeやGitHub Copilotに仕事を頼むと、コードが出てくる前に、AIがぶつぶつと「独り言」を話します。
&gt; エラーメッセージを確認します。 なので、まずこの変数がどこでundefined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CodeでAPI Error: Response stalled mid-stream. The response above may be in…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https://qiita.com/ou-mori/items/cd7b2cf089496215acbc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Claude Codeで開発していると、たまに以下のエラーが発生しました。
このエラーが発生すると、してもしても、同じエラーが返ってきます。
暫定対処
毎回、5分5秒くらいで発生していたので、一旦タイムアウト時間を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50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AIへの指示力とは「"未知"を言語化する力」だった ―― Anthropicのブログを読んで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https://qiita.com/jinxin4869/items/1ee0282bd44b0376f8af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AIエージェントにコーディングを任せていると、指示が少しでも曖昧だと明後日の方向に実装されたり、逆に細かく指定しすぎると融通が利かなかったりする。
たまたまYouTubeでAnthropicのブログ記事 A Field Gui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Codeにプロダクションコードを全チェックさせたら、金銭バグ4件を含む15件の不具合を自動修正してくれた話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https://qiita.com/sorabcjanne1/items/8f3a354ff073ed69aac2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Claude Codeにプロダクションコードを全チェックさせたら、金銭バグ4件を含む15件の不具合を自動修正してくれた話
はじめに
「skill使ってバグとか不具合がないか全チェックして」
この一言からすべてが始まった。対象はサロン向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そもそも「AI エージェント」ってなに？ — チャットとの違いと、コーディング系エージェント一覧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https://qiita.com/Tadash/items/843ecddfcde13aae30b7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どうもこんにちは、Tadash です。ここまで IBM Bob（Bob Shell） の話を続けてきました。モードだの承認だのセッション記録だの、けっこう細かいところまで踏み込んできたのですが、今日はいったんぐっと引いて、そもそも論をやりま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仕様書は最新に保てない。では何が仕様の正か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https://qiita.com/ikeyansaza/items/d96867ba05e337f2e3ac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完了条件による自走（）、コンテキストエンジニアリング、エージェントのオーケストレーション、仕様駆動開発。AI駆動開発の手法を追いかけてきて思うのは、どれもテストが揃っているほどよく機能する、ということです。
なぜそうなるのかを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Chat→Work→Codex CLI→GitHub IssueをGit管理ファイルでつなぐ【Pro X20実践②】</a:t>
            </a:r>
            <a:r>
              <a:rPr sz="900">
                <a:solidFill>
                  <a:srgbClr val="7F8C8D"/>
                </a:solidFill>
              </a:rPr>
              <a:t>  (2026-07-15)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https://qiita.com/ootakazuhiko/items/0878c7ac45f0dc67491c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検証日：2026年7月14日  
&gt; 環境：Windows 11／複数のWSL2ディストリビューション／ChatGPT Pro X20／Codex CLI／GitHub CLI  
&gt; ChatGPTやCodexの機能は段階的に展開され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AI時代のジュニアエンジニア育成論 ― 「答えを出させないAI」で、レビューと成長を両立する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https://qiita.com/udowanllc/items/a1e577303cf6b13ee83d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 — AIで生産性は上がった。レビューは地獄になった
AIコーディングの導入で、開発の生産性は確かに上がった。かつて1日かかった実装が数時間で終わる。ジュニアエンジニアでも、動くものが作れてしまう。
そして、レビューの負荷が跳ね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本番データをコピーしてテストするのを卒業する — LLMで“安全な合成テストデータ”を作る実践ガイド（PII非混入・スキーマ準拠・境界値/異常系まで7パターン）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https://qiita.com/akira_papa_AI/items/d4f0b7de46879ef5fc8c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テストのたびに本番DBをコピーして、staging にまるっと流してませんか？
正直に言いましょう。僕も昔はやってました。「本番と同じデータじゃないとバグが再現せえへんし」って。でも、あれって実はけっこう危ない橋を渡ってるんですよね。本番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GPT-5.6 Sol・Terra・Lunaの使い分けガイド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https://qiita.com/www_wonderwebworks/items/a66ee797561811cab0e4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GPT-5.6 Sol・Terra・Lunaの使い分けガイド
最終確認日：2026年7月13日
このメモの目的
ChatGPT、ChatGPT Work、Codex、OpenAI APIで利用できるGPT-5.6シリーズについて、以下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11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生成AIのチーム導入、思ってたより全然うまくいかなかった話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https://qiita.com/keiichik_kk/items/01aea594cf6193650880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これはシリーズ4本目の記事です。
- 1本目：生成AIで爆速になったのに、なぜか疲弊していた話
- 2本目：生成AI、便利さの次にぶつかった「コストの壁」
- 3本目：生成AIを信じすぎてやけどした話、そして付き合い方を変えた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Guardian Angels: LLM Personalization for Productivity and Security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3"/>
              </a:rPr>
              <a:t>https://gwern.net/guardian-angel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Guardian Angels: LLM Personalization for Productivity and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GPT-5.6完全解説 ― Sol・Terra・Luna比較とUltra、安全性、実践活用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https://zenn.dev/m__f/articles/chatgpt_5_6_update_overview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
本記事は2026年7月14日時点で、OpenAI公式サイト・Help Center・Deployment Safety Hub（System Card）、および信頼できる報道機関の一次情報のみに基づいています。GPT-5.6は2026年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生成AIのコスト急増を防ぐには？AWS上にLLM Gatewayを構成して“使う前に止める”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https://zenn.dev/nttdata_tech/articles/0aef5de18fae3c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1. はじめに
生成AIの業務利用が広がる中で、最近は「AIをどう活用するか」だけでなく、AI利用にかかるコストをどう管理するかも重要なテーマになってきています。
たとえば、以下のようなケースです。
気づかないうちにLLMのトークン利用料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AIガバナンス・セキュリティ・社内ルール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プロンプトインジェクションは、プロンプトでは防げない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2"/>
              </a:rPr>
              <a:t>https://zenn.dev/wack205/articles/2aae07b099361b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ウェブページに人間には見えないテキストを仕込み、それを読んだAIを乗っ取る——プロンプトインジェクション。名前は聞くけれど、正直よくわかっていなかった。
調べていくうちに、自分の理解が根本的にズレていたことがわかった。特にこの3つ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スタンフォード大学(Stanford HA)の最新発表、LLMは仮説生成・実験設計・理論化を担う時代へ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3"/>
              </a:rPr>
              <a:t>https://zenn.dev/syoshida07/articles/d85799dbbbb12b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Stanford HAI (Stanford Institute for Human-Centered Artificial Intelligence)は、スタンフォード大学が設立した世界有数のAI研究機関である。
特徴はAI技術を人間中心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【2026/7/1】Fable 5が19日ぶりに復活 — 輸出規制解除の経緯と、「無料期間」が「クレジット制」に変わった話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https://qiita.com/sakutto-panda/items/1fd3ec13600a3da7a5e9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3行まとめ
- 2026年6月30日、米商務省が Fable 5 / Mythos 5 への輸出規制指令を解除。Anthropic は7月1日から Fable 5 を全世界で再デプロイした（停止は6月12日なので19日ぶり）
- 復旧の条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【技術解説】株式予測 機械学習 Pythonで不労所得！ケリー基準を用いた最適ベットサイズ自動計算ガイド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https://zenn.dev/sugarfree/articles/e6a0aae5bc8fe4ba88e6b8ac-e6a99fe6a2b0e5ada6e7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株式予測とケリー基準による最適ベットサイズの自動計算
投資家にとって「どれくらいの金額をかければいいのか分からない」「リスクを抑えつつ利益を最大化したい」という悩みは常に存在します。本記事では、ケリー基準を用いた最適ベットサイズの自動計算を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AIガバナンス・セキュリティ・社内ルール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第二の脳では足りない。ChatGPTを「生活OS」として使う</a:t>
            </a:r>
            <a:r>
              <a:rPr sz="900">
                <a:solidFill>
                  <a:srgbClr val="7F8C8D"/>
                </a:solidFill>
              </a:rPr>
              <a:t>  (2026-07-14)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2"/>
              </a:rPr>
              <a:t>https://zenn.dev/aimar/articles/d79167d12638b7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私は現在、ChatGPTを単なる検索や文章生成の道具として使っていない。
投資や企業分析、ニュースの真偽確認、記事の構成、メールの確認、家族の予定（プライバシーの為、伏せ、略字などを使う）、学校の持ち物、Googleカレンダーへの登録候補ま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同じ記事をClaudeとChatGPTに読ませたら、人間の役割が『承認ゲート』じゃないと分かった</a:t>
            </a:r>
            <a:r>
              <a:rPr sz="900">
                <a:solidFill>
                  <a:srgbClr val="7F8C8D"/>
                </a:solidFill>
              </a:rPr>
              <a:t>  (2026-07-12)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3"/>
              </a:rPr>
              <a:t>https://zenn.dev/factory_mo/articles/multi-ai-integration-layer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きっかけは、この記事だった。
情報漏洩に敏感な金融機関で、Claude・Gemini・ChatGPTを導入した話（てくてくエンジニアさん）
漏洩経路を分解して、既存ガードレール＋許可制で制御する、という良質なガバナンス論だ。この記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(1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AppleによるOpenAI提訴を時系列で整理。争点は転職の自由でなく「情報の移動」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https://qiita.com/quotidia/items/1e469573d2a8ae81838c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human-emacs.orgの日本語試訳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https://qiita.com/gemmaro/items/8b6ed72a486d8fb5ede7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12GB×2 の Blackwell + WSL2 で exllamav3 の Tensor Parallel を動かすまで 　「WSL では NCC…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https://qiita.com/nakanokensetsu/items/c81e340689362e3dd1ec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Midnight AI Groove 26-07-13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https://qiita.com/masykot582/items/552d0b752e6800946a8a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なぜ、孫正義のAI講演はトンチンカンなのか？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https://qiita.com/pdfractal/items/ac2db9a943e388d0cdf7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AI文章のリライトと品質確認を1つの流れにまとめた「ProofWrite AI」を作った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https://qiita.com/shawwang77/items/fcc0e8ddb30b95ff46b1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 のトークン消費：4トークンの回答が217トークン課金される理由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https://qiita.com/Synthorai/items/4d512bee96a2dcda6537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機械学習で利用される勾配法について図解して説明！！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https://qiita.com/KotatsuEngineer/items/428fea403cf922a5bede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Where Does Claude Go From Here? Inside Anthropic’s High-Stakes Battle To St…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https://qiita.com/orsonamiri/items/bd7cb53e50ae54e5e97b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「同じ内容・構成違いのExcel」を5つの生成AIに照合させてみた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https://qiita.com/IDX_2023/items/7477e96963875397f445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「割円の面積の公式」をsympyでAI先生に教えてもらいました。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https://qiita.com/mrrclb48z/items/c33c86455a81b9d65ad9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話題のMistral OCR 4をAzureでゼロから動かして手書き帳票を読ませてみた【2026年7月】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https://qiita.com/y_nakahira_prompt-x/items/0bab128c11291353e9c2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(2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0.01くらいから始める、AWS×AI株価予測システム開発【企画編Ⅰ】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https://zenn.dev/eggdolphin/articles/2db5f19de08971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Claude初心者が自分専用の「Scheduled Task」が作る話🔰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https://zenn.dev/hanav1ye/articles/claude-startup2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生成AIに渡す資料の命令文をPythonで点検する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https://qiita.com/eiri_ai/items/85c5342550de3e8f5e63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2026/07/10 LLMの限界とReservoir Computingによる知性創発の可能性 その１実ログ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https://zenn.dev/tomy1noriyamame/articles/d4a846a62e33d1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How to stop Claude from saying load-bearing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https://jola.dev/posts/how-to-stop-claude-from-saying-load-bearing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OpenAIの結果先行プロンプトをPythonで契約化する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https://qiita.com/hironakamura_ai/items/826ce9f89666640afb5d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【技術解説】WebSocketを利用したリアルタイム価格データ取得で仮想通貨データ分析を加速しよう！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https://qiita.com/sugarfree/items/abee3b1c56d78cf106cb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【AWS】Gemma 4をセルフホスティングしてみた〜クラッシュを回避するインスタンス選定とメモリのリアル〜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https://qiita.com/kooohei/items/d381b14e2930040e2ff2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ローカル LLM を構築した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https://zenn.dev/neet/articles/11bafab8645995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生成AIに「どっちが賢いか」勝負を挑んだら、突くつもりだった弱点が全部塞がれていた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https://qiita.com/wasyokusatoshi/items/9a5ac7fc7f46521510b9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【脱初心者】Python×Gemini APIで自分専用AI開発！エラーと戦いながらたどり着いた最初の一歩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https://zenn.dev/jackey_watawata/articles/215d740a99f375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Googleの新AIモデル「Gemini 3.5 Flash」から見えた検索のAIアシスタント化──長野陸が注目した3つの変化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https://qiita.com/rikunagano/items/8e3d43881467cef17be7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(3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「トークン」「事前学習」「ハルシネーション」──生成AIの中身を初心者向けに整理する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https://zenn.dev/yushiyamamoto/articles/llm-basics-tokens-training-2026-07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ハルシネーション（もっともらしい嘘）とは — LLMが起こす原因と減らし方を初心者向けに整理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https://qiita.com/YushiYamamoto/items/94d489b817989aebbd71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WordPressプラグインを個人開発して、はじめて有料版が売れるまでの記録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https://qiita.com/Rapls/items/7c94f44101c7299c7ad9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ChatGPTゲームの、AI推理ADV『港町の荷札』を公開しました。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https://zenn.dev/kokemichi/articles/9e58174aba5609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【Nishika 論文サク読み 第16回】LLMデコーダーは公平に聞いているか？鍵はLLMの規模より音声エンコーダの圧縮度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https://zenn.dev/team_nishika/articles/bf9d2f883e79aa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Metaが買ったManus、中国資本が取得と同額の20億ドルで買い戻し協議。北京の国家安全要求が発端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https://qiita.com/quotidia/items/e64b09910eb34b9ee2ff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Midnight AI Groove 26-07-10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https://qiita.com/masykot582/items/b3cd82c20a0dea88b492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めっちゃ主観でFable5,Opus4.8,Sonnet5,Sol,Terra,Lunaのモデルを比較してみた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https://zenn.dev/contrea/articles/189ea1dfa60388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会話術は「知ってる」のに使えない。ChatGPTの音声モードが、それを体でわからせてくれた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https://zenn.dev/yuta1995/articles/chatgpt-voice-conversation-skills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Windows 11が突然クラッシュ！ChatGPTと原因調査を進めた記録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https://qiita.com/aaruupaka/items/679d8f984b45ab5f7a1a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MLP（多層パーセプトロン）を線形代数から理解する ― 線形変換・活性化関数・誤差逆伝播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https://qiita.com/val1363-KOJIMA/items/e2cbc2295b3e93c3276c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【逆勉強】Claudeで生成したアプリの動きだけ見て Laravel x Vueで実装してみた【第一話　設計準備段階】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https://qiita.com/metappi/items/a13937764c6589012340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(4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議事録からタスク抽出、期限を誤生成する理由と参照日付・上書き規則で防ぐ運用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https://zenn.dev/every_ai_recipe/articles/minutes-action-items-3-fields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弦関数（chord function）「古代ギリシャで使われていた三角関数」をsympyでAI先生に教えてもらいました。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https://qiita.com/mrrclb48z/items/bbfdd497e87687b51cea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Retell AIで不動産反響対応AIを作るプロンプト設計 〜電話越しの対話を制御する指示書テンプレート〜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https://qiita.com/kazu77/items/69129c3e748418448cc5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推論モデルの API 料金表の罠について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https://qiita.com/yutowac/items/fac9f99564feba728eaf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*【ポエム】Claude 各モデル比較表　Fable,Mythos,Opus,Sonnet,Haiku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https://qiita.com/yml024/items/415937df16f1fc08ae50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Chrome拡張を個人開発してWeb Storeに公開するまで｜英語メールに30分溶かしていた非エンジニアの話【デモ動画付き】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https://qiita.com/zhonglin9894/items/1c551f860af8f0d07356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専門チャット検索機能 の 構成と処理フロー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https://qiita.com/equeko99/items/bca312fa8e0391ddfd4a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画像生成AIの後頭部問題 ― Geminiの失敗から思いついた改善仮説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https://qiita.com/R-7777/items/472edcf6d60054994320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現在の推論モデルが逆転の呪い(A is B → ×B is A)にどう対策しているか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https://qiita.com/yutowac/items/2fa93a0bb74653fa387d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AIに「なんか違う」を伝えるための適切な修正指示の作り方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https://qiita.com/nolanlover0527/items/585bf5fde6abbf18847b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BiRefNet の ONNX モデルで人物画像の背景を透過する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https://qiita.com/kiarina/items/604080dd88a9dd6fbf68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dera AI Weekly Vol.39 — 2026/7/13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https://qiita.com/dera_news_/items/6df958b890afe77ff436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(5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 的成本全是错觉 —— 用「点数 / 订阅 / 压缩」拆解你的「Token 经济」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https://qiita.com/furuse-kazufumi/items/a8549f4ba13860aff741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9 意図に絞ったら 38MB で足りた — 30M のモデルをゼロから学習した実測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https://zenn.dev/fandhe/articles/2bbd96138b8d3b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Codexの利用制限リセット券は何時まで？正確な時刻を知る方法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https://zenn.dev/log10limh/articles/1d885eabf1aaa8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Weather4cast 2025に今更ながら挑戦してみる：Task 1のデータ確認環境を作る Step1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https://qiita.com/rino_yume/items/c4fc00fbfaf5d40b731c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競馬AIで回収率100.6%を出し、捨てた — 12年半・61万頭走で見つけた「勝てるモデル」3つの罠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https://zenn.dev/rindokulab/books/b6af9b1125cb2f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ICML 2026 のワークショップに論文が採択されたので、ソウルまで行ってきた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https://zenn.dev/sompojapan_dx/articles/87563d78a6370c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初めての機械学習 - タイタニック生存予測で前処理からモデル比較・提出までやってみた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https://zenn.dev/yui_szk/articles/29f102325d65f1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EdgeからChromeにタブとタブグループを移行する拡張機能を作成してもらいました。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https://zenn.dev/ryutag/articles/3970017e60ff26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AIペルソナをJSONでバックアップ・復元・検証する——PIM-DBSというユーザー側プロトコルの設計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https://zenn.dev/blacksmith_5001/articles/9bf37ddde04282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議事録要約が会議タイプで精度が変わる理由、優先順位プロンプトで頻度バイアスを崩す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https://zenn.dev/every_ai_recipe/articles/ai-minutes-meeting-type-prompts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LLM記述構文"MARI" Tips:LLMに方言を話させよう。(1/2)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https://qiita.com/otoyo0318/items/14d6c81f1eb22d525234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【AI進化の歴史：第17回】2023年：実用化とオープンソースLLMの狂騒曲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https://qiita.com/mkuwan/items/933cfd46b8d64efb88a6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(6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【AI進化の歴史：第14回】2020年：数多のタスクをこなすGPT-3とプロンプトの誕生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https://qiita.com/mkuwan/items/4d7bd91a09f29e254bc1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AIの答案をAIに採点させたら、採点者ごとに点が違った——LLM-as-judgeを疑って測る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https://zenn.dev/ke_furuya/articles/96b0b15b84d9f0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AI駆動開発に関するお勉強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https://qiita.com/hinemoz/items/1aee7824b02a6d40376d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Geminiの会話をChatGPTへ移行するWebアプリを作った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https://zenn.dev/kamab0k0/articles/69691e95d7992e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その「回収率120%」、前処理の正規化定数がリークしていませんか——20行でできる点検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https://zenn.dev/kensho_ya/articles/keiba-backtest-leak-check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生成AIに「Inpainting（物体消去）」を聞いてみた（LaMaで塗って消す）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https://zenn.dev/tkpurine/articles/inpainting-lama-object-removal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ChatGPTの回答完了時に通知音を鳴らす（Chrome + Tampermonkey）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https://zenn.dev/ramenpanda/articles/87c548128bebaf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【ChatGPT Sites】CodexでWebアプリ・ゲームを直接公開可能に！AWSやCloudflareなど不要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https://zenn.dev/dec/articles/introducing-codex-sites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プロンプトを追うのが面倒なので、NotebookLMに丸投げしてみた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https://qiita.com/tech_tech_pingu/items/a0f11dc881abc16ad8d1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【個人開発】英単語がとっさに出てこない問題を解決したい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https://qiita.com/kohki_takatama/items/400045918b03d644a508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ぷよクエをたのしく！アプリをつくってみよう！（おまけ）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https://qiita.com/puyon/items/a9f7dd8f181e1890e580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孫のためにAI「侍読」を作った ― ローカルLLMのジレンマをClaudeで解いた話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https://zenn.dev/blu_wave/articles/jidoku-claude-kernel-rag-story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(7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58年ぶりの進化？GoogleのMagic Pointerが変えるAI×UI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https://qiita.com/kinamocchi_tech/items/0cfdd02ab47114b19b9b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Gemini APIでニュースを要約してSNS投稿文を作る方法【Python】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https://qiita.com/kotajobs0/items/a1d059f6d8affb64a755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【特化型 ⑦】"トレンド/疫学用"スライド構成プロンプト完全解説──疫学研究を美しく発表する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https://qiita.com/rehab-datascience/items/9efb0f1a15f5b26ca2f0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30往復の試行錯誤を「1発で再現するプロンプト」に変える ― Prompt Distillationの科学【LLMと上手く付き合う連載 #6】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https://qiita.com/ha-te/items/a65560d5d4edf70b43dc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AIの引き継ぎは「聞き間違いのない伝言ゲーム」 ― Context Handoffで情報が静かに死ぬ理由と、原文ママ戦略【LLMと上手く付き合う連載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https://qiita.com/ha-te/items/99d7076cf0ff233ee5ca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AIに聞く前に猫を吸え：ChatGPT時代のエラー調査術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https://qiita.com/ochtum/items/574f0436e72212bdaf42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Gemini API の Computer Use を Google Colab で動かす - Wikipedia検索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https://qiita.com/Tadataka_Takahashi/items/4b6916d774ce639c5754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AIは「あなたの味方」であろうとしすぎる ― Sycophancy(迎合)の正体はKPI最適化【LLMと上手く付き合う連載 #4】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https://qiita.com/ha-te/items/45d982a8b3d5fc0da797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データが信頼をつくる ― 多文化共生と政策評価を経済学で考える : Pythonで学ぶ マクロ経済学入門 (97)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https://qiita.com/maskot1977/items/9c524b0a7dbfb2581103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AIは会話が長引くほど「腐る」 ― Context Rotと、話題ごとにチャットを分ける理由【LLMと上手く付き合う連載 #3】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https://qiita.com/ha-te/items/4e0420ebe5a948667705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AIは長文の「真ん中」を読み飛ばす ― Lost in the Middleを、設計で越える【LLMと上手く付き合う連載 #2】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https://qiita.com/ha-te/items/b49a79c79bbee9b46ff0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AIにコードを書かせる前に「実装メモ」を作ると失敗が減った話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https://qiita.com/kazukisakai0129/items/aa8d2cda34aff2a20892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(8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「とりあえず投げる」から「ちゃんと指示する」へ ― AIプロンプトのコツまとめ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https://qiita.com/suneo46/items/0fa36bb619ffef5ff7e3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ローカル LLM で英語も学べるシステムプロンプトに固定する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https://qiita.com/yutowac/items/f30d5ffc71ce7358b13f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Web上で公開される生成AIチャットボット5社の回答速度を比較！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https://zenn.dev/sapolas/articles/7e36aca3347e06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OpenAIとAnthropicが2026年6月12日に発表した内容から、企業のAI導入に必要な要素を整理します。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https://zenn.dev/kenta_kadowaki/articles/56d3a502356202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StableDiffusionでLoraを使う（コードから使う）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https://zenn.dev/mlboydaisuke/articles/e56291d606e61348ff27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AIが詐欺師に『かんぴょう巻き？』と言い始めた話——Claude Artifactで詐欺電話撃退デモアプリを20分で作った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https://zenn.dev/miki_mini/articles/f5a0b85f84bbd6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自然言語によるLiveness Probe：/LPプロトコルを用いたAPI主導のLLM動的デバッグとセッション管理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https://zenn.dev/nozmat/articles/e414ab808ebc1e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普通の写真を一瞬で爆笑＆ノスタルジックな思い出に変える最強AIプロンプト3選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https://zenn.dev/saturday/articles/97f0f577d40e14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