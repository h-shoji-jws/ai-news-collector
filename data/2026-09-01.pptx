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picnic/items/1011817e666cf68adcd9" TargetMode="External"/><Relationship Id="rId3" Type="http://schemas.openxmlformats.org/officeDocument/2006/relationships/hyperlink" Target="https://qiita.com/Sa0422/items/afda8441ea6d401f7451" TargetMode="External"/><Relationship Id="rId4" Type="http://schemas.openxmlformats.org/officeDocument/2006/relationships/hyperlink" Target="https://qiita.com/nohanaga/items/350b948b1c5f6343865b"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rangist/items/227d452fa933fe15dcfd" TargetMode="External"/><Relationship Id="rId3" Type="http://schemas.openxmlformats.org/officeDocument/2006/relationships/hyperlink" Target="https://qiita.com/Sa0422/items/4d397fea96ca3fe34a79" TargetMode="External"/><Relationship Id="rId4" Type="http://schemas.openxmlformats.org/officeDocument/2006/relationships/hyperlink" Target="https://qiita.com/nishiha/items/84739e54337cc96d7b3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kssusucha/items/e40baf57e449692645fb" TargetMode="External"/><Relationship Id="rId3" Type="http://schemas.openxmlformats.org/officeDocument/2006/relationships/hyperlink" Target="https://qiita.com/kai_kou/items/cf6a2ef912caf8a6a230" TargetMode="External"/><Relationship Id="rId4" Type="http://schemas.openxmlformats.org/officeDocument/2006/relationships/hyperlink" Target="https://qiita.com/jqit_suwa/items/5fe930eb46d064b3da0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ku-Inc/items/18cf7a69e6693cf51b4a" TargetMode="External"/><Relationship Id="rId3" Type="http://schemas.openxmlformats.org/officeDocument/2006/relationships/hyperlink" Target="https://qiita.com/stat-infercraft/items/4ee2b2d43585bc300e17" TargetMode="External"/><Relationship Id="rId4" Type="http://schemas.openxmlformats.org/officeDocument/2006/relationships/hyperlink" Target="https://zenn.dev/aco_dog/books/gpt-sovits-voice-train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adopture/articles/abf4bf410b1544" TargetMode="External"/><Relationship Id="rId3" Type="http://schemas.openxmlformats.org/officeDocument/2006/relationships/hyperlink" Target="https://zenn.dev/nekoemon/articles/1ba734b11fb487" TargetMode="External"/><Relationship Id="rId4" Type="http://schemas.openxmlformats.org/officeDocument/2006/relationships/hyperlink" Target="https://qiita.com/mikihitooooo/items/d43a58615e948002d70b"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picnic/items/1011817e666cf68adcd9" TargetMode="External"/><Relationship Id="rId3" Type="http://schemas.openxmlformats.org/officeDocument/2006/relationships/hyperlink" Target="https://qiita.com/Sa0422/items/afda8441ea6d401f7451" TargetMode="External"/><Relationship Id="rId4" Type="http://schemas.openxmlformats.org/officeDocument/2006/relationships/hyperlink" Target="https://qiita.com/nohanaga/items/350b948b1c5f6343865b" TargetMode="External"/><Relationship Id="rId5" Type="http://schemas.openxmlformats.org/officeDocument/2006/relationships/hyperlink" Target="https://qiita.com/mennt/items/625c7f14ca96b5b55db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web_benriya/articles/claude-agents-sdk-ec-inventory-alert-slack" TargetMode="External"/><Relationship Id="rId3" Type="http://schemas.openxmlformats.org/officeDocument/2006/relationships/hyperlink" Target="https://zenn.dev/cutlet_of_pork/articles/ai-agent-delegation-scope-isolation" TargetMode="External"/><Relationship Id="rId4" Type="http://schemas.openxmlformats.org/officeDocument/2006/relationships/hyperlink" Target="https://zenn.dev/sun_asterisk/articles/bf649fda3fc11f" TargetMode="External"/><Relationship Id="rId5" Type="http://schemas.openxmlformats.org/officeDocument/2006/relationships/hyperlink" Target="https://zenn.dev/hideki_tamae/articles/ai-authorship-transparenc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rangist/items/227d452fa933fe15dcfd" TargetMode="External"/><Relationship Id="rId3" Type="http://schemas.openxmlformats.org/officeDocument/2006/relationships/hyperlink" Target="https://qiita.com/Sa0422/items/4d397fea96ca3fe34a79" TargetMode="External"/><Relationship Id="rId4" Type="http://schemas.openxmlformats.org/officeDocument/2006/relationships/hyperlink" Target="https://qiita.com/nishiha/items/84739e54337cc96d7b3f" TargetMode="External"/><Relationship Id="rId5" Type="http://schemas.openxmlformats.org/officeDocument/2006/relationships/hyperlink" Target="https://qiita.com/makoto-ogata@github/items/930581f3b2d9b99405f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Udesk/items/289db702787ded97d834" TargetMode="External"/><Relationship Id="rId3" Type="http://schemas.openxmlformats.org/officeDocument/2006/relationships/hyperlink" Target="https://zenn.dev/yuninaka/articles/zenn-graph-rag-symptom-normalization" TargetMode="External"/><Relationship Id="rId4" Type="http://schemas.openxmlformats.org/officeDocument/2006/relationships/hyperlink" Target="https://zenn.dev/yuninaka/articles/zenn-graph-rag-backreference-detection" TargetMode="External"/><Relationship Id="rId5" Type="http://schemas.openxmlformats.org/officeDocument/2006/relationships/hyperlink" Target="https://zenn.dev/geonyole_ae/articles/5f428250641d43"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kssusucha/items/e40baf57e449692645fb" TargetMode="External"/><Relationship Id="rId3" Type="http://schemas.openxmlformats.org/officeDocument/2006/relationships/hyperlink" Target="https://qiita.com/kai_kou/items/cf6a2ef912caf8a6a230" TargetMode="External"/><Relationship Id="rId4" Type="http://schemas.openxmlformats.org/officeDocument/2006/relationships/hyperlink" Target="https://qiita.com/jqit_suwa/items/5fe930eb46d064b3da06" TargetMode="External"/><Relationship Id="rId5" Type="http://schemas.openxmlformats.org/officeDocument/2006/relationships/hyperlink" Target="https://qiita.com/homhom44/items/5d873d2481aca0525e8c"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osanko_tousan/items/abfae59971d09624fd92" TargetMode="External"/><Relationship Id="rId3" Type="http://schemas.openxmlformats.org/officeDocument/2006/relationships/hyperlink" Target="https://qiita.com/moha0918_/items/09b61fa44e12b8e9bd36" TargetMode="External"/><Relationship Id="rId4" Type="http://schemas.openxmlformats.org/officeDocument/2006/relationships/hyperlink" Target="https://qiita.com/homhom44/items/a04c2455fd1cbedecb39" TargetMode="External"/><Relationship Id="rId5" Type="http://schemas.openxmlformats.org/officeDocument/2006/relationships/hyperlink" Target="https://qiita.com/yureki_lab/items/2f335018ee527c12bf1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ku-Inc/items/18cf7a69e6693cf51b4a" TargetMode="External"/><Relationship Id="rId3" Type="http://schemas.openxmlformats.org/officeDocument/2006/relationships/hyperlink" Target="https://qiita.com/stat-infercraft/items/4ee2b2d43585bc300e17" TargetMode="External"/><Relationship Id="rId4" Type="http://schemas.openxmlformats.org/officeDocument/2006/relationships/hyperlink" Target="https://zenn.dev/aco_dog/books/gpt-sovits-voice-training" TargetMode="External"/><Relationship Id="rId5" Type="http://schemas.openxmlformats.org/officeDocument/2006/relationships/hyperlink" Target="https://qiita.com/vivinko/items/3c5f5493c2379b4774b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okssusucha/articles/20260714-google-tabfm-zero-shot-tabular-foundation" TargetMode="External"/><Relationship Id="rId3" Type="http://schemas.openxmlformats.org/officeDocument/2006/relationships/hyperlink" Target="https://qiita.com/shrrdaisuke/items/4bac33390208d707bae2" TargetMode="External"/><Relationship Id="rId4" Type="http://schemas.openxmlformats.org/officeDocument/2006/relationships/hyperlink" Target="https://zenn.dev/automate/articles/gas-ai-api-integration-10" TargetMode="External"/><Relationship Id="rId5" Type="http://schemas.openxmlformats.org/officeDocument/2006/relationships/hyperlink" Target="https://zenn.dev/kokotatan/articles/first-kaggle-ptcg-ai-battl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adopture/articles/abf4bf410b1544" TargetMode="External"/><Relationship Id="rId3" Type="http://schemas.openxmlformats.org/officeDocument/2006/relationships/hyperlink" Target="https://zenn.dev/nekoemon/articles/1ba734b11fb487" TargetMode="External"/><Relationship Id="rId4" Type="http://schemas.openxmlformats.org/officeDocument/2006/relationships/hyperlink" Target="https://qiita.com/mikihitooooo/items/d43a58615e948002d70b" TargetMode="External"/><Relationship Id="rId5" Type="http://schemas.openxmlformats.org/officeDocument/2006/relationships/hyperlink" Target="https://qiita.com/sugarfree/items/8030efadecb6f2326c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YushiYamamoto/items/da682f652da08ff1a560" TargetMode="External"/><Relationship Id="rId3" Type="http://schemas.openxmlformats.org/officeDocument/2006/relationships/hyperlink" Target="https://qiita.com/yml024/items/b1ef287eadd7f551f371" TargetMode="External"/><Relationship Id="rId4" Type="http://schemas.openxmlformats.org/officeDocument/2006/relationships/hyperlink" Target="https://qiita.com/quotidia/items/51b3af1b0ce17a586c6e" TargetMode="External"/><Relationship Id="rId5" Type="http://schemas.openxmlformats.org/officeDocument/2006/relationships/hyperlink" Target="https://qiita.com/maskot1977/items/170b23b7b2738975f021" TargetMode="External"/><Relationship Id="rId6" Type="http://schemas.openxmlformats.org/officeDocument/2006/relationships/hyperlink" Target="https://www.google.com/search?q=site%3Aclaude.ai+public+artifacts" TargetMode="External"/><Relationship Id="rId7" Type="http://schemas.openxmlformats.org/officeDocument/2006/relationships/hyperlink" Target="https://qiita.com/chuandujiusi/items/781ffc1ba6b0c5aafd58" TargetMode="External"/><Relationship Id="rId8" Type="http://schemas.openxmlformats.org/officeDocument/2006/relationships/hyperlink" Target="https://qiita.com/orangist/items/812b747dcae733bbb18b" TargetMode="External"/><Relationship Id="rId9" Type="http://schemas.openxmlformats.org/officeDocument/2006/relationships/hyperlink" Target="https://www.lemonde.fr/en/pixels/article/2026/08/31/chatgpt-becomes-first-ai-chatbot-to-face-tougher-eu-rules_6757011_13.html" TargetMode="External"/><Relationship Id="rId10" Type="http://schemas.openxmlformats.org/officeDocument/2006/relationships/hyperlink" Target="https://qiita.com/tanabata-kitajima/items/89edab6694989422af69" TargetMode="External"/><Relationship Id="rId11" Type="http://schemas.openxmlformats.org/officeDocument/2006/relationships/hyperlink" Target="https://qiita.com/koji0705/items/c177c01474c1d73e7d83" TargetMode="External"/><Relationship Id="rId12" Type="http://schemas.openxmlformats.org/officeDocument/2006/relationships/hyperlink" Target="https://qiita.com/yoshisen/items/18de4c0b3825a0da3214" TargetMode="External"/><Relationship Id="rId13" Type="http://schemas.openxmlformats.org/officeDocument/2006/relationships/hyperlink" Target="https://qiita.com/yoshisen/items/3629c647f18419234b0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y_nakahira_prompt-x/items/43d0065825f152017553" TargetMode="External"/><Relationship Id="rId3" Type="http://schemas.openxmlformats.org/officeDocument/2006/relationships/hyperlink" Target="https://qiita.com/bahamutra/items/c04ca48f7de566a62d23" TargetMode="External"/><Relationship Id="rId4" Type="http://schemas.openxmlformats.org/officeDocument/2006/relationships/hyperlink" Target="https://qiita.com/s-takeshi/items/c7b72d6da43bb4f03a12" TargetMode="External"/><Relationship Id="rId5" Type="http://schemas.openxmlformats.org/officeDocument/2006/relationships/hyperlink" Target="https://qiita.com/Sin9_Ha/items/63b569099fc2f871ba5b" TargetMode="External"/><Relationship Id="rId6" Type="http://schemas.openxmlformats.org/officeDocument/2006/relationships/hyperlink" Target="https://usealmanac.com/" TargetMode="External"/><Relationship Id="rId7" Type="http://schemas.openxmlformats.org/officeDocument/2006/relationships/hyperlink" Target="https://qiita.com/inoyu-qiita/items/2e2ad24275b38fe80b4b" TargetMode="External"/><Relationship Id="rId8" Type="http://schemas.openxmlformats.org/officeDocument/2006/relationships/hyperlink" Target="https://codex-tool-reference.simonw.chatgpt.site/" TargetMode="External"/><Relationship Id="rId9" Type="http://schemas.openxmlformats.org/officeDocument/2006/relationships/hyperlink" Target="https://qiita.com/dera_news_/items/b6a390150cebd48f6823" TargetMode="External"/><Relationship Id="rId10" Type="http://schemas.openxmlformats.org/officeDocument/2006/relationships/hyperlink" Target="https://qiita.com/okssusucha/items/2447f1d604c923ba9983" TargetMode="External"/><Relationship Id="rId11" Type="http://schemas.openxmlformats.org/officeDocument/2006/relationships/hyperlink" Target="https://qiita.com/dera_news_/items/afdf8838121b2b03ec6f" TargetMode="External"/><Relationship Id="rId12" Type="http://schemas.openxmlformats.org/officeDocument/2006/relationships/hyperlink" Target="https://zenn.dev/seiya_builds/articles/59ca4360f4c9f3" TargetMode="External"/><Relationship Id="rId13" Type="http://schemas.openxmlformats.org/officeDocument/2006/relationships/hyperlink" Target="https://qiita.com/aimakerlab/items/c14a889ef740b9b51057"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sykot582/items/1d873f9812f15a33d3b9" TargetMode="External"/><Relationship Id="rId3" Type="http://schemas.openxmlformats.org/officeDocument/2006/relationships/hyperlink" Target="https://zenn.dev/acntechjp/articles/2822d621132fa4" TargetMode="External"/><Relationship Id="rId4" Type="http://schemas.openxmlformats.org/officeDocument/2006/relationships/hyperlink" Target="https://qiita.com/uni928/items/9c5eb6f189604b60c341" TargetMode="External"/><Relationship Id="rId5" Type="http://schemas.openxmlformats.org/officeDocument/2006/relationships/hyperlink" Target="https://qiita.com/nolanlover0527/items/7650fe71fa0bca85a727" TargetMode="External"/><Relationship Id="rId6" Type="http://schemas.openxmlformats.org/officeDocument/2006/relationships/hyperlink" Target="https://qiita.com/maskot1977/items/01e1ca7a9dafe9aaf2a9" TargetMode="External"/><Relationship Id="rId7" Type="http://schemas.openxmlformats.org/officeDocument/2006/relationships/hyperlink" Target="https://zenn.dev/lixian/articles/es-llm-reasoning-coverage" TargetMode="External"/><Relationship Id="rId8" Type="http://schemas.openxmlformats.org/officeDocument/2006/relationships/hyperlink" Target="https://qiita.com/jtths474/items/6094d3a9709f5187cf60" TargetMode="External"/><Relationship Id="rId9" Type="http://schemas.openxmlformats.org/officeDocument/2006/relationships/hyperlink" Target="https://zenn.dev/interpark/articles/e0509582bbd640" TargetMode="External"/><Relationship Id="rId10" Type="http://schemas.openxmlformats.org/officeDocument/2006/relationships/hyperlink" Target="https://zenn.dev/mlboydaisuke/articles/dde817900be258c46a9a" TargetMode="External"/><Relationship Id="rId11" Type="http://schemas.openxmlformats.org/officeDocument/2006/relationships/hyperlink" Target="https://zenn.dev/kiomatsu/articles/8ee0be988067e0" TargetMode="External"/><Relationship Id="rId12" Type="http://schemas.openxmlformats.org/officeDocument/2006/relationships/hyperlink" Target="https://qiita.com/arkareyousunk/items/89bf6fb0e903d25b72d1" TargetMode="External"/><Relationship Id="rId13" Type="http://schemas.openxmlformats.org/officeDocument/2006/relationships/hyperlink" Target="https://zenn.dev/ykosuda/articles/structure-levels-01-los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jtechjapan_pub/articles/qwen-flash-next-runtime-comparison" TargetMode="External"/><Relationship Id="rId3" Type="http://schemas.openxmlformats.org/officeDocument/2006/relationships/hyperlink" Target="https://zenn.dev/nonejp/articles/92d3d20c6f6cbf" TargetMode="External"/><Relationship Id="rId4" Type="http://schemas.openxmlformats.org/officeDocument/2006/relationships/hyperlink" Target="https://qiita.com/emuyn/items/90499f1a48d316e682e5" TargetMode="External"/><Relationship Id="rId5" Type="http://schemas.openxmlformats.org/officeDocument/2006/relationships/hyperlink" Target="https://qiita.com/youtoy/items/0fadc2ef2196a7602425" TargetMode="External"/><Relationship Id="rId6" Type="http://schemas.openxmlformats.org/officeDocument/2006/relationships/hyperlink" Target="https://qiita.com/92yuki/items/0dcc72bd42120dd713d6" TargetMode="External"/><Relationship Id="rId7" Type="http://schemas.openxmlformats.org/officeDocument/2006/relationships/hyperlink" Target="https://qiita.com/Takuya__/items/91e7225dd422e158821c" TargetMode="External"/><Relationship Id="rId8" Type="http://schemas.openxmlformats.org/officeDocument/2006/relationships/hyperlink" Target="https://qiita.com/watar-wythrg/items/e86f3a81e138596d1b78" TargetMode="External"/><Relationship Id="rId9" Type="http://schemas.openxmlformats.org/officeDocument/2006/relationships/hyperlink" Target="https://zenn.dev/tofu575/articles/294daab948892f" TargetMode="External"/><Relationship Id="rId10" Type="http://schemas.openxmlformats.org/officeDocument/2006/relationships/hyperlink" Target="https://qiita.com/yshinobu07/items/b6b9fbddfa0551c6d377" TargetMode="External"/><Relationship Id="rId11" Type="http://schemas.openxmlformats.org/officeDocument/2006/relationships/hyperlink" Target="https://qiita.com/sugarfree/items/f50b49a733624a964fef" TargetMode="External"/><Relationship Id="rId12" Type="http://schemas.openxmlformats.org/officeDocument/2006/relationships/hyperlink" Target="https://zenn.dev/candnaka/articles/1e2492ab52850a" TargetMode="External"/><Relationship Id="rId13" Type="http://schemas.openxmlformats.org/officeDocument/2006/relationships/hyperlink" Target="https://qiita.com/koukyo/items/3ac2eaca7ed3cab83a1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candnaka/articles/a6d5d109a3e3dd" TargetMode="External"/><Relationship Id="rId3" Type="http://schemas.openxmlformats.org/officeDocument/2006/relationships/hyperlink" Target="https://zenn.dev/thirtypower/articles/llm-jisaku-guide-intro" TargetMode="External"/><Relationship Id="rId4" Type="http://schemas.openxmlformats.org/officeDocument/2006/relationships/hyperlink" Target="https://zenn.dev/thirtypower/books/kgr-llm-guide" TargetMode="External"/><Relationship Id="rId5" Type="http://schemas.openxmlformats.org/officeDocument/2006/relationships/hyperlink" Target="https://qiita.com/mrrclb48z/items/15a9dd94c58d86b01b93" TargetMode="External"/><Relationship Id="rId6" Type="http://schemas.openxmlformats.org/officeDocument/2006/relationships/hyperlink" Target="https://qiita.com/maskot1977/items/b83f57c16d065f1cd736" TargetMode="External"/><Relationship Id="rId7" Type="http://schemas.openxmlformats.org/officeDocument/2006/relationships/hyperlink" Target="https://qiita.com/mrrclb48z/items/d86a6d3645dc1ac783b7" TargetMode="External"/><Relationship Id="rId8" Type="http://schemas.openxmlformats.org/officeDocument/2006/relationships/hyperlink" Target="https://qiita.com/sakura__mochi/items/f9df0f847f40f98c464d" TargetMode="External"/><Relationship Id="rId9" Type="http://schemas.openxmlformats.org/officeDocument/2006/relationships/hyperlink" Target="https://zenn.dev/videostance/articles/703bb66b631238" TargetMode="External"/><Relationship Id="rId10" Type="http://schemas.openxmlformats.org/officeDocument/2006/relationships/hyperlink" Target="https://zenn.dev/catinpajamas/articles/b46b53cc92375d" TargetMode="External"/><Relationship Id="rId11" Type="http://schemas.openxmlformats.org/officeDocument/2006/relationships/hyperlink" Target="https://zenn.dev/hiro_algo/articles/fx-regression-vs-classification" TargetMode="External"/><Relationship Id="rId12" Type="http://schemas.openxmlformats.org/officeDocument/2006/relationships/hyperlink" Target="https://qiita.com/tri-ponte/items/7b5973de22d30072ca76" TargetMode="External"/><Relationship Id="rId13" Type="http://schemas.openxmlformats.org/officeDocument/2006/relationships/hyperlink" Target="https://qiita.com/akiralab/items/4bdb99b9b750acffb1f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c_a_p_engineer/articles/hello-tsuzuri" TargetMode="External"/><Relationship Id="rId3" Type="http://schemas.openxmlformats.org/officeDocument/2006/relationships/hyperlink" Target="https://zenn.dev/h4m4chi/articles/db5b3478bd7c00" TargetMode="External"/><Relationship Id="rId4" Type="http://schemas.openxmlformats.org/officeDocument/2006/relationships/hyperlink" Target="https://qiita.com/haru-qiita/items/35b398bc0e05d7815a17" TargetMode="External"/><Relationship Id="rId5" Type="http://schemas.openxmlformats.org/officeDocument/2006/relationships/hyperlink" Target="https://qiita.com/arumada-5u/items/f31335bbac7b5b9e404e" TargetMode="External"/><Relationship Id="rId6" Type="http://schemas.openxmlformats.org/officeDocument/2006/relationships/hyperlink" Target="https://qiita.com/HN6039940/items/e794b2340a113c85fd1d" TargetMode="External"/><Relationship Id="rId7" Type="http://schemas.openxmlformats.org/officeDocument/2006/relationships/hyperlink" Target="https://zenn.dev/videostance/articles/fdcc6015e6108f" TargetMode="External"/><Relationship Id="rId8" Type="http://schemas.openxmlformats.org/officeDocument/2006/relationships/hyperlink" Target="https://zenn.dev/acntechjp/articles/433b7375dcbaea" TargetMode="External"/><Relationship Id="rId9" Type="http://schemas.openxmlformats.org/officeDocument/2006/relationships/hyperlink" Target="https://zenn.dev/shiomusubi/articles/9c1f76b843b525" TargetMode="External"/><Relationship Id="rId10" Type="http://schemas.openxmlformats.org/officeDocument/2006/relationships/hyperlink" Target="https://qiita.com/h-nasu/items/5634ceb0619b37ef7f98" TargetMode="External"/><Relationship Id="rId11" Type="http://schemas.openxmlformats.org/officeDocument/2006/relationships/hyperlink" Target="https://zenn.dev/okssusucha/articles/20260712-openai-gpt-live-full-duplex-voice" TargetMode="External"/><Relationship Id="rId12" Type="http://schemas.openxmlformats.org/officeDocument/2006/relationships/hyperlink" Target="https://zenn.dev/sapolas/articles/45a3a1456e1dfb" TargetMode="External"/><Relationship Id="rId13" Type="http://schemas.openxmlformats.org/officeDocument/2006/relationships/hyperlink" Target="https://zenn.dev/syoshida07/articles/74c161db43677c"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2yagyu/articles/rope-long-context-breakdown" TargetMode="External"/><Relationship Id="rId3" Type="http://schemas.openxmlformats.org/officeDocument/2006/relationships/hyperlink" Target="https://dmitrybrant.com/2026/08/23/claude-x-retrocomputing-emulating-a-qic-117-tape-drive" TargetMode="External"/><Relationship Id="rId4" Type="http://schemas.openxmlformats.org/officeDocument/2006/relationships/hyperlink" Target="https://qiita.com/ishizakahiroshi/items/a7065348ad7ca46ca521" TargetMode="External"/><Relationship Id="rId5" Type="http://schemas.openxmlformats.org/officeDocument/2006/relationships/hyperlink" Target="https://qiita.com/mapmc/items/a37fb37d869aa657e300" TargetMode="External"/><Relationship Id="rId6" Type="http://schemas.openxmlformats.org/officeDocument/2006/relationships/hyperlink" Target="https://qiita.com/h-nasu/items/d0b2601bb179a6cdd5eb" TargetMode="External"/><Relationship Id="rId7" Type="http://schemas.openxmlformats.org/officeDocument/2006/relationships/hyperlink" Target="https://zenn.dev/todesking/articles/d23fd40b319388" TargetMode="External"/><Relationship Id="rId8" Type="http://schemas.openxmlformats.org/officeDocument/2006/relationships/hyperlink" Target="https://qiita.com/otoyo0318/items/411f8f3d4813f66c3af9" TargetMode="External"/><Relationship Id="rId9" Type="http://schemas.openxmlformats.org/officeDocument/2006/relationships/hyperlink" Target="https://qiita.com/Skillsheet-Port/items/0ea38eeebb9b94dc708e" TargetMode="External"/><Relationship Id="rId10" Type="http://schemas.openxmlformats.org/officeDocument/2006/relationships/hyperlink" Target="https://qiita.com/ramutarafarm/items/3625867c29a869e9f94d" TargetMode="External"/><Relationship Id="rId11" Type="http://schemas.openxmlformats.org/officeDocument/2006/relationships/hyperlink" Target="https://qiita.com/Rapls/items/8acc4aa395b04c184e96" TargetMode="External"/><Relationship Id="rId12" Type="http://schemas.openxmlformats.org/officeDocument/2006/relationships/hyperlink" Target="https://qiita.com/Skillsheet-Port/items/4cd692961ed03421b794" TargetMode="External"/><Relationship Id="rId13" Type="http://schemas.openxmlformats.org/officeDocument/2006/relationships/hyperlink" Target="https://zenn.dev/jinfuroi/articles/b2e3c2c66f7d7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sa1113/items/a5093e0c5cd81ff56e10" TargetMode="External"/><Relationship Id="rId3" Type="http://schemas.openxmlformats.org/officeDocument/2006/relationships/hyperlink" Target="https://qiita.com/emuyn/items/4379a56943d36d20ef02" TargetMode="External"/><Relationship Id="rId4" Type="http://schemas.openxmlformats.org/officeDocument/2006/relationships/hyperlink" Target="https://zenn.dev/hajimeteradio3/articles/c710f3020097ae" TargetMode="External"/><Relationship Id="rId5" Type="http://schemas.openxmlformats.org/officeDocument/2006/relationships/hyperlink" Target="https://zenn.dev/jinfuroi/articles/f5ee4abc096810" TargetMode="External"/><Relationship Id="rId6" Type="http://schemas.openxmlformats.org/officeDocument/2006/relationships/hyperlink" Target="https://zenn.dev/sapolas/articles/7e36aca3347e0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2026-09-01</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総収集記事数：213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19 件</a:t>
                      </a:r>
                    </a:p>
                  </a:txBody>
                  <a:tcPr>
                    <a:solidFill>
                      <a:srgbClr val="1E2D47"/>
                    </a:solidFill>
                  </a:tcPr>
                </a:tc>
                <a:tc>
                  <a:txBody>
                    <a:bodyPr/>
                    <a:lstStyle/>
                    <a:p>
                      <a:pPr algn="ctr"/>
                      <a:r>
                        <a:rPr sz="1200" b="0">
                          <a:solidFill>
                            <a:srgbClr val="D0E4F7"/>
                          </a:solidFill>
                        </a:rPr>
                        <a:t>7.3%</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39 件</a:t>
                      </a:r>
                    </a:p>
                  </a:txBody>
                  <a:tcPr>
                    <a:solidFill>
                      <a:srgbClr val="162238"/>
                    </a:solidFill>
                  </a:tcPr>
                </a:tc>
                <a:tc>
                  <a:txBody>
                    <a:bodyPr/>
                    <a:lstStyle/>
                    <a:p>
                      <a:pPr algn="ctr"/>
                      <a:r>
                        <a:rPr sz="1200" b="0">
                          <a:solidFill>
                            <a:srgbClr val="D0E4F7"/>
                          </a:solidFill>
                        </a:rPr>
                        <a:t>15.0%</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75 件</a:t>
                      </a:r>
                    </a:p>
                  </a:txBody>
                  <a:tcPr>
                    <a:solidFill>
                      <a:srgbClr val="1E2D47"/>
                    </a:solidFill>
                  </a:tcPr>
                </a:tc>
                <a:tc>
                  <a:txBody>
                    <a:bodyPr/>
                    <a:lstStyle/>
                    <a:p>
                      <a:pPr algn="ctr"/>
                      <a:r>
                        <a:rPr sz="1200" b="0">
                          <a:solidFill>
                            <a:srgbClr val="D0E4F7"/>
                          </a:solidFill>
                        </a:rPr>
                        <a:t>28.8%</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24 件</a:t>
                      </a:r>
                    </a:p>
                  </a:txBody>
                  <a:tcPr>
                    <a:solidFill>
                      <a:srgbClr val="162238"/>
                    </a:solidFill>
                  </a:tcPr>
                </a:tc>
                <a:tc>
                  <a:txBody>
                    <a:bodyPr/>
                    <a:lstStyle/>
                    <a:p>
                      <a:pPr algn="ctr"/>
                      <a:r>
                        <a:rPr sz="1200" b="0">
                          <a:solidFill>
                            <a:srgbClr val="D0E4F7"/>
                          </a:solidFill>
                        </a:rPr>
                        <a:t>9.2%</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14 件</a:t>
                      </a:r>
                    </a:p>
                  </a:txBody>
                  <a:tcPr>
                    <a:solidFill>
                      <a:srgbClr val="1E2D47"/>
                    </a:solidFill>
                  </a:tcPr>
                </a:tc>
                <a:tc>
                  <a:txBody>
                    <a:bodyPr/>
                    <a:lstStyle/>
                    <a:p>
                      <a:pPr algn="ctr"/>
                      <a:r>
                        <a:rPr sz="1200" b="0">
                          <a:solidFill>
                            <a:srgbClr val="D0E4F7"/>
                          </a:solidFill>
                        </a:rPr>
                        <a:t>5.4%</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89 件</a:t>
                      </a:r>
                    </a:p>
                  </a:txBody>
                  <a:tcPr>
                    <a:solidFill>
                      <a:srgbClr val="162238"/>
                    </a:solidFill>
                  </a:tcPr>
                </a:tc>
                <a:tc>
                  <a:txBody>
                    <a:bodyPr/>
                    <a:lstStyle/>
                    <a:p>
                      <a:pPr algn="ctr"/>
                      <a:r>
                        <a:rPr sz="1200" b="0">
                          <a:solidFill>
                            <a:srgbClr val="D0E4F7"/>
                          </a:solidFill>
                        </a:rPr>
                        <a:t>34.2%</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260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ChatGPT Work で部分障害発生、エラー率・レイテンシ上昇の影響と対応まとめ</a:t>
            </a:r>
            <a:r>
              <a:rPr sz="900">
                <a:solidFill>
                  <a:srgbClr val="7F8C8D"/>
                </a:solidFill>
              </a:rPr>
              <a:t>  (2026-09-01)</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https://qiita.com/picnic/items/1011817e666cf68adcd9</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2026年8月31日、OpenAI の公式ステータスページにて、法人向けプランである ChatGPT Work における部分障害（Partial Outage）が報告されました。複数のサブスクリプションプランのユーザーが、ChatGPT Work 上でタスクの開始または継続ができない状態</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LangGraphで実装！マルチエージェントRAGの設計とワークフロー自動化</a:t>
            </a:r>
            <a:r>
              <a:rPr sz="900">
                <a:solidFill>
                  <a:srgbClr val="7F8C8D"/>
                </a:solidFill>
              </a:rPr>
              <a:t>  (2026-09-01)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https://qiita.com/Sa0422/items/afda8441ea6d401f7451</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多くのRAGシステム開発者が「複雑な推論や高度な情報処理が難しい」という壁にぶつかっています。単一のLLMエージェントだけでは、動的なクエリルーティングや多段階の評価・修正が困難で、結果としてRAGの精度や信頼性が頭打ちになることが少なくありません。
この記事では、LangGraphを用いたマルチ</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Azure Content Understanding 2026-06-01-preview を RAGOps Studio のセマンティック Diff  で可視化する</a:t>
            </a:r>
            <a:r>
              <a:rPr sz="900">
                <a:solidFill>
                  <a:srgbClr val="7F8C8D"/>
                </a:solidFill>
              </a:rPr>
              <a:t>  (2026-08-31)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https://qiita.com/nohanaga/items/350b948b1c5f6343865b</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&gt; 2026 年 8 月 31 日時点の情報です。この記事で扱う  は Public Preview であり、SLA は提供されず、本番ワークロードには推奨されていません。最新状況は Microsoft Learn の「Content Understanding の新機能」を確認してください。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Google Cloudで作るAIエージェントを検討してみた</a:t>
            </a:r>
            <a:r>
              <a:rPr sz="900">
                <a:solidFill>
                  <a:srgbClr val="7F8C8D"/>
                </a:solidFill>
              </a:rPr>
              <a:t>  (2026-08-31)</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https://qiita.com/orangist/items/227d452fa933fe15dcfd</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&gt; 対象読者
&gt;
&gt;  Google CloudでAIエージェントを作ってみたい人
&gt;  Gemin, ADK, Cloud Run, BigQueryあたりをどう組み合わせるか悩んでいる人
&gt;  RAGだけではなく、継続的に情報を集めて学習する仕組みを作ってみたい人
&gt;
&gt; TL;DR
&gt;
&gt;  </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Agentic RAGの幻覚対策！評価駆動で精度を高めた3つの実践</a:t>
            </a:r>
            <a:r>
              <a:rPr sz="900">
                <a:solidFill>
                  <a:srgbClr val="7F8C8D"/>
                </a:solidFill>
              </a:rPr>
              <a:t>  (2026-08-31)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https://qiita.com/Sa0422/items/4d397fea96ca3fe34a79</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RAG（Retrieval Augmented Generation）システムを実運用している方であれば、「なぜか自信満々に嘘をつく（ハルシネーションを起こす）」問題に一度は直面し、頭を抱えた経験があるのではないでしょうか。特に、Agentic RAGはハルシネーション対策の切り札として注目されてい</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N-gram Embeddingについての推測</a:t>
            </a:r>
            <a:r>
              <a:rPr sz="900">
                <a:solidFill>
                  <a:srgbClr val="7F8C8D"/>
                </a:solidFill>
              </a:rPr>
              <a:t>  (2026-08-31)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https://qiita.com/nishiha/items/84739e54337cc96d7b3f</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Qwen3.8-Flash-NextでN-gram Embeddingという項目があった。
https://gigazine.net/news/20260827-qwen3-8-flash-next/
2026/08/31現在、これに対する解説は多くなく、正体も良く分からないが、これが何なのか考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AIエージェントに『忘れる力』を、人の記憶をまねたVestigeの新発想</a:t>
            </a:r>
            <a:r>
              <a:rPr sz="900">
                <a:solidFill>
                  <a:srgbClr val="7F8C8D"/>
                </a:solidFill>
              </a:rPr>
              <a:t>  (2026-09-01)</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https://qiita.com/okssusucha/items/e40baf57e449692645fb</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覚える量を増やせば賢くなる、とはかぎらない。
AIエージェント（人のかわりに作業を進めるAI）に記憶を持たせる道具が、いま海外で次々に登場している。だが記憶をためこむほど、古い話や一度捨てた案が混ざり、答えがぶれてしまう。そこで広がり始めたのが、人の脳をまねて「わざと忘れる」メモリだ。忘れる力を足</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LangGraphのdurability、exitで落ちると再開すらできなかった</a:t>
            </a:r>
            <a:r>
              <a:rPr sz="900">
                <a:solidFill>
                  <a:srgbClr val="7F8C8D"/>
                </a:solidFill>
              </a:rPr>
              <a:t>  (2026-09-01)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https://qiita.com/kai_kou/items/cf6a2ef912caf8a6a230</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LangGraph のグラフを checkpointer 付きでコンパイルすると、途中でプロセスが落ちても続きから再開できます。ただし「どこまで書き込まれているか」は  という引数で変わります。対象読者は、LangGraph でエージェントを組んで本番運用や長時間バッチを考えている Py</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 でモデルを切り替えると、そのターンだけ書き直しが287倍</a:t>
            </a:r>
            <a:r>
              <a:rPr sz="900">
                <a:solidFill>
                  <a:srgbClr val="7F8C8D"/>
                </a:solidFill>
              </a:rPr>
              <a:t>  (2026-09-01)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https://qiita.com/jqit_suwa/items/5fe930eb46d064b3da06</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でモデルを切り替えるのは一瞬です。キャッシュが温かいうちなら確認も出ます（2.1.238以降）。では、そこで何を捨てているのか。
Claude Code 2.1.251 でプロンプトキャッシュが数字で見えるようになったので、測ってみました。
&gt; 検証環境: Windows 10 / Clau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LLM高精度出力を実現するプロンプトエンジニアリング実践ガイド：構造化指示の極意</a:t>
            </a:r>
            <a:r>
              <a:rPr sz="900">
                <a:solidFill>
                  <a:srgbClr val="7F8C8D"/>
                </a:solidFill>
              </a:rPr>
              <a:t>  (2026-09-01)</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https://qiita.com/Maku-Inc/items/18cf7a69e6693cf51b4a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LLM高精度出力を実現するプロンプトエンジニアリング実践ガイド：構造化指示の極意
大規模言語モデル（LLM）の進化は目覚ましく、私たちの働き方や創造性を大きく変えつつあります。しかし、その真価を引き出すためには、ただ質問を投げかけるだけでは不十分です。LLMから期待通りの、そして高精度な出力を得る</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生成AIにLaTeX入りMarkdownを書かせるときの実践ルール：GitHubプレビューでも崩れにくい書き方</a:t>
            </a:r>
            <a:r>
              <a:rPr sz="900">
                <a:solidFill>
                  <a:srgbClr val="7F8C8D"/>
                </a:solidFill>
              </a:rPr>
              <a:t>  (2026-08-31)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https://qiita.com/stat-infercraft/items/4ee2b2d43585bc300e17</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生成AIに技術記事や数理系の資料を書かせると、LaTeX形式の数式を含むMarkdownを生成させる場面がよくあります。
LaTeXとして正しい数式であっても、その数式をMarkdownへ埋め込むと、Markdownパーサーとの競合によって意図した表示にならないことがあります。特に、同じMarkd</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[Zenn]  </a:t>
            </a:r>
            <a:r>
              <a:rPr sz="1200" b="1">
                <a:solidFill>
                  <a:srgbClr val="FFFFFF"/>
                </a:solidFill>
              </a:rPr>
              <a:t>GPT-SoVITS音声モデル学習の実践 ── 31秒で失敗し、2時間ぶんで似るまで</a:t>
            </a:r>
            <a:r>
              <a:rPr sz="900">
                <a:solidFill>
                  <a:srgbClr val="7F8C8D"/>
                </a:solidFill>
              </a:rPr>
              <a:t>  (2026-08-31)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https://zenn.dev/aco_dog/books/gpt-sovits-voice-training</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自分の声・権利処理済み音声からGPT-SoVITSの音声モデルを作る全工程を、実測データで解説。データ量3段階の実験記録（31秒=失敗/20分=動く/2時間=似る）、GPUなしCPU学習の工程別所要時間（計21時間）、モデルより声色を左右する参照音声の選定手順、OpenJTalkユーザー辞書による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Google Workspace最新機能詳解：Gemini連携と管理機能</a:t>
            </a:r>
            <a:r>
              <a:rPr sz="900">
                <a:solidFill>
                  <a:srgbClr val="7F8C8D"/>
                </a:solidFill>
              </a:rPr>
              <a:t>  (2026-08-31)</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https://zenn.dev/adopture/articles/abf4bf410b1544</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Google WorkspaceおよびGeminiの大規模なアップデートが公開されました。今回のリリース群は、単なるUIの微修正にとどまらず、エンタープライズの運用設計、データ移行、セキュリティガバナンスに直結する重要な機能拡張が含まれています。
本記事では、エンジニアや情シス担当者が押さえておくべ</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『書いていない基準は毎回その場で埋められる』ーーLLM脆弱性トリアージの揺れをプロンプトの「境界設定」で止めた話</a:t>
            </a:r>
            <a:r>
              <a:rPr sz="900">
                <a:solidFill>
                  <a:srgbClr val="7F8C8D"/>
                </a:solidFill>
              </a:rPr>
              <a:t>  (2026-08-31)</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https://zenn.dev/nekoemon/articles/1ba734b11fb487</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『書いていない基準は毎回その場で埋められる』ーーLLM脆弱性トリアージの揺れをプロンプトの「境界設定」で止めた話
 0. 何を作っているか
開発対象: AWSセキュリティアドバイザリ(ALAS)と自社構成情報(stack-profile.yaml)を突き合わせ、CVE単位でトリアージ判定を行う最</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AIセキュリティ何から勉強すりゃええの？その4</a:t>
            </a:r>
            <a:r>
              <a:rPr sz="900">
                <a:solidFill>
                  <a:srgbClr val="7F8C8D"/>
                </a:solidFill>
              </a:rPr>
              <a:t>  (2026-08-30)</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https://qiita.com/mikihitooooo/items/d43a58615e948002d70b</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今回は『A Survey of Attacks on Large Language Models』の IV-A2（Weight-based Attacks）の整理です。
全然進まないですが根気よく続けます。
IV-A2 Weight-based Attacks
＜よくわかんないから調べ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ChatGPT Work で部分障害発生、エラー率・レイテンシ上昇の影響と対応まとめ</a:t>
            </a:r>
            <a:r>
              <a:rPr sz="900">
                <a:solidFill>
                  <a:srgbClr val="7F8C8D"/>
                </a:solidFill>
              </a:rPr>
              <a:t>  (2026-09-01)</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https://qiita.com/picnic/items/1011817e666cf68adcd9</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2026年8月31日、OpenAI の公式ステータスページにて、法人向けプランである ChatGPT Work における部分障害（Partial Outage）が報告されました。複数のサブスクリプションプランのユーザーが、Cha</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LangGraphで実装！マルチエージェントRAGの設計とワークフロー自動化</a:t>
            </a:r>
            <a:r>
              <a:rPr sz="900">
                <a:solidFill>
                  <a:srgbClr val="7F8C8D"/>
                </a:solidFill>
              </a:rPr>
              <a:t>  (2026-09-01)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https://qiita.com/Sa0422/items/afda8441ea6d401f7451</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多くのRAGシステム開発者が「複雑な推論や高度な情報処理が難しい」という壁にぶつかっています。単一のLLMエージェントだけでは、動的なクエリルーティングや多段階の評価・修正が困難で、結果としてRAGの精度や信頼性が頭打ちになることが少なくあ</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Azure Content Understanding 2026-06-01-preview を RAGOps Studio のセマンティック Diff  で可…</a:t>
            </a:r>
            <a:r>
              <a:rPr sz="900">
                <a:solidFill>
                  <a:srgbClr val="7F8C8D"/>
                </a:solidFill>
              </a:rPr>
              <a:t>  (2026-08-31)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https://qiita.com/nohanaga/items/350b948b1c5f6343865b</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&gt; 2026 年 8 月 31 日時点の情報です。この記事で扱う  は Public Preview であり、SLA は提供されず、本番ワークロードには推奨されていません。最新状況は Microsoft Learn の「Content Un</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PoC止まりを防ぐ：日本語RAG／Agentic RAGを本番運用するための評価・監視設計</a:t>
            </a:r>
            <a:r>
              <a:rPr sz="900">
                <a:solidFill>
                  <a:srgbClr val="7F8C8D"/>
                </a:solidFill>
              </a:rPr>
              <a:t>  (2026-08-31)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https://qiita.com/mennt/items/625c7f14ca96b5b55db2</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!exec-d91075c6-a3fa-4b62-9708-16a3cb7e85dd.png
社内マニュアル、規程、仕様書、議事録などを検索し、その内容を根拠として回答を生成するRAG（Retrieval-Augmented Gener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11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CodeのAgents SDKでEC在庫アラート→発注提案→Slack通知を全自動化した</a:t>
            </a:r>
            <a:r>
              <a:rPr sz="900">
                <a:solidFill>
                  <a:srgbClr val="7F8C8D"/>
                </a:solidFill>
              </a:rPr>
              <a:t>  (2026-08-31)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2"/>
              </a:rPr>
              <a:t>https://zenn.dev/web_benriya/articles/claude-agents-sdk-ec-inventory-alert-slack</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在庫が切れていた商品に広告費を使い続けていた」「売れ筋商品が欠品してそのまま機会損失が発生した」——中小ECを運営していると、こうした事態は珍しくありません。商品数が数十点を超えてくると、日々の在庫確認だけで相当な時間を取られて</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AIエージェントの調査専用委任、指示文だけでは権限を縛れない【委任設計】</a:t>
            </a:r>
            <a:r>
              <a:rPr sz="900">
                <a:solidFill>
                  <a:srgbClr val="7F8C8D"/>
                </a:solidFill>
              </a:rPr>
              <a:t>  (2026-08-31)</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https://zenn.dev/cutlet_of_pork/articles/ai-agent-delegation-scope-isolation</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複数のAIエージェント（オーケストレーター役・実装委任先CLI・レビュー役）を組み合わせて開発作業を自動化していると、必ず一度は「調査だけしてレポートして、コードは触らないで」という指示を出す場面が来る。
このとき「委任プロンプト</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[生成AI Vol.4] ClaudeとGitHub Projectsを連携させて、PMを"クリック地獄"から解放する</a:t>
            </a:r>
            <a:r>
              <a:rPr sz="900">
                <a:solidFill>
                  <a:srgbClr val="7F8C8D"/>
                </a:solidFill>
              </a:rPr>
              <a:t>  (2026-08-31)</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https://zenn.dev/sun_asterisk/articles/bf649fda3fc11f</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前回はVol.3として「Ollama × Open WebUIでローカルLLM環境を構築する」方法についてご紹介しました。Vol.4となる今回は少し目線を変えて、PM（プロジェクトマネージャー）視点でのAI活用術をご紹介したいと思います。
</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この記事群、全部AIが書いています。それを隠さない理由</a:t>
            </a:r>
            <a:r>
              <a:rPr sz="900">
                <a:solidFill>
                  <a:srgbClr val="7F8C8D"/>
                </a:solidFill>
              </a:rPr>
              <a:t>  (2026-08-31)</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https://zenn.dev/hideki_tamae/articles/ai-authorship-transparency</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このZenn・Qiitaの記事群は、ほぼ全てClaude Code上で動く自律ルーティン（クラウド上で定期実行されるAIエージェント）が書いています。書いているだけでなく、既存記事とのタイトル重複を確認し、GitHub Actio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Google Cloudで作るAIエージェントを検討してみた</a:t>
            </a:r>
            <a:r>
              <a:rPr sz="900">
                <a:solidFill>
                  <a:srgbClr val="7F8C8D"/>
                </a:solidFill>
              </a:rPr>
              <a:t>  (2026-08-31)</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https://qiita.com/orangist/items/227d452fa933fe15dcfd</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&gt; 対象読者
&gt;
&gt;  Google CloudでAIエージェントを作ってみたい人
&gt;  Gemin, ADK, Cloud Run, BigQueryあたりをどう組み合わせるか悩んでいる人
&gt;  RAGだけではなく、継続的に情報を集めて学</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Agentic RAGの幻覚対策！評価駆動で精度を高めた3つの実践</a:t>
            </a:r>
            <a:r>
              <a:rPr sz="900">
                <a:solidFill>
                  <a:srgbClr val="7F8C8D"/>
                </a:solidFill>
              </a:rPr>
              <a:t>  (2026-08-31)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https://qiita.com/Sa0422/items/4d397fea96ca3fe34a79</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RAG（Retrieval Augmented Generation）システムを実運用している方であれば、「なぜか自信満々に嘘をつく（ハルシネーションを起こす）」問題に一度は直面し、頭を抱えた経験があるのではないでしょうか。特に、Agent</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N-gram Embeddingについての推測</a:t>
            </a:r>
            <a:r>
              <a:rPr sz="900">
                <a:solidFill>
                  <a:srgbClr val="7F8C8D"/>
                </a:solidFill>
              </a:rPr>
              <a:t>  (2026-08-31)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https://qiita.com/nishiha/items/84739e54337cc96d7b3f</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Qwen3.8-Flash-NextでN-gram Embeddingという項目があった。
https://gigazine.net/news/20260827-qwen3-8-flash-next/
2026/08/31現在、これに対</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eli5でストレスが減った</a:t>
            </a:r>
            <a:r>
              <a:rPr sz="900">
                <a:solidFill>
                  <a:srgbClr val="7F8C8D"/>
                </a:solidFill>
              </a:rPr>
              <a:t>  (2026-08-31)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https://qiita.com/makoto-ogata@github/items/930581f3b2d9b99405f5</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みなさん、AIにコーディングを任せてますか？
出てきたコードが自分のスキルを超えていて、AIに「これどういう意味？」「なぜこの実装にしたの？」と聞いてみたものの、説明が長すぎたり、そもそも理解が追いつかなかったりした経験、ありませ</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28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RAG型AIエージェントを問い合わせ対応に入れる前に設計したい「回答・実行・有人転送」の3段階</a:t>
            </a:r>
            <a:r>
              <a:rPr sz="900">
                <a:solidFill>
                  <a:srgbClr val="7F8C8D"/>
                </a:solidFill>
              </a:rPr>
              <a:t>  (2026-08-31)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https://qiita.com/Udesk/items/289db702787ded97d834</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!图片1.png
問い合わせ対応へRAG型AIエージェントを入れるとき、評価すべきなのは回答を返したかではなく、案件を定義した完了状態まで進められたかです。
「注文した商品がまだ届かない」
この問い合わせに対して、RAGが配送ポリシーを検</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グラフRAGの「名寄せ」を直したら、直した先で別のバグが見つかった話</a:t>
            </a:r>
            <a:r>
              <a:rPr sz="900">
                <a:solidFill>
                  <a:srgbClr val="7F8C8D"/>
                </a:solidFill>
              </a:rPr>
              <a:t>  (2026-08-31)</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https://zenn.dev/yuninaka/articles/zenn-graph-rag-symptom-normalization</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1. 概要
 1.1 やったこと(3行サマリ)
前回記事(グラフRAG × ベクトルRAG 個人実証:設備保全ナレッジベースで見えた限界)で「あえて未着手」とした、Symptomノードの名寄せ(表記ゆれで別ノードに分裂する問題)を実際に</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件数が増えても壊れない「履歴を踏まえた抽出」をグラフRAGに実装する</a:t>
            </a:r>
            <a:r>
              <a:rPr sz="900">
                <a:solidFill>
                  <a:srgbClr val="7F8C8D"/>
                </a:solidFill>
              </a:rPr>
              <a:t>  (2026-08-31)</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4"/>
              </a:rPr>
              <a:t>https://zenn.dev/yuninaka/articles/zenn-graph-rag-backreference-detection</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1. 概要
 1.1 やったこと(3行サマリ)
前々回記事(グラフRAG × ベクトルRAG 個人実証)・前回記事(グラフRAGの「名寄せ」を直したら...)で「今後の課題」として残していた、「1件ずつ独立抽出 vs 過去レポート履歴を</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無関係な文の類似度が0.988だった — 韓国語RAGの埋め込みモデルを実測で選び直す</a:t>
            </a:r>
            <a:r>
              <a:rPr sz="900">
                <a:solidFill>
                  <a:srgbClr val="7F8C8D"/>
                </a:solidFill>
              </a:rPr>
              <a:t>  (2026-08-31)</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https://zenn.dev/geonyole_ae/articles/5f428250641d43</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RAGチャットボットを開発しているとき、質問の内容にかかわらず特定の文書がつねに検索1位になるという現象に遭遇しました。数日かけて検索ロジックを疑いましたが、原因はその一つ上の層 — 埋め込みモデルそのものにありました。
この記事では、原因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AIエージェントに『忘れる力』を、人の記憶をまねたVestigeの新発想</a:t>
            </a:r>
            <a:r>
              <a:rPr sz="900">
                <a:solidFill>
                  <a:srgbClr val="7F8C8D"/>
                </a:solidFill>
              </a:rPr>
              <a:t>  (2026-09-01)</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https://qiita.com/okssusucha/items/e40baf57e449692645fb</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覚える量を増やせば賢くなる、とはかぎらない。
AIエージェント（人のかわりに作業を進めるAI）に記憶を持たせる道具が、いま海外で次々に登場している。だが記憶をためこむほど、古い話や一度捨てた案が混ざり、答えがぶれてしまう。そこで広がり始め</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LangGraphのdurability、exitで落ちると再開すらできなかった</a:t>
            </a:r>
            <a:r>
              <a:rPr sz="900">
                <a:solidFill>
                  <a:srgbClr val="7F8C8D"/>
                </a:solidFill>
              </a:rPr>
              <a:t>  (2026-09-01)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https://qiita.com/kai_kou/items/cf6a2ef912caf8a6a230</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LangGraph のグラフを checkpointer 付きでコンパイルすると、途中でプロセスが落ちても続きから再開できます。ただし「どこまで書き込まれているか」は  という引数で変わります。対象読者は、LangGraph で</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でモデルを切り替えると、そのターンだけ書き直しが287倍</a:t>
            </a:r>
            <a:r>
              <a:rPr sz="900">
                <a:solidFill>
                  <a:srgbClr val="7F8C8D"/>
                </a:solidFill>
              </a:rPr>
              <a:t>  (2026-09-01)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https://qiita.com/jqit_suwa/items/5fe930eb46d064b3da06</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でモデルを切り替えるのは一瞬です。キャッシュが温かいうちなら確認も出ます（2.1.238以降）。では、そこで何を捨てているのか。
Claude Code 2.1.251 でプロンプトキャッシュが数字で見えるようになったので、測ってみました</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でつまずいたときの切り分けメモ（2026-09-01）</a:t>
            </a:r>
            <a:r>
              <a:rPr sz="900">
                <a:solidFill>
                  <a:srgbClr val="7F8C8D"/>
                </a:solidFill>
              </a:rPr>
              <a:t>  (2026-09-01)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https://qiita.com/homhom44/items/5d873d2481aca0525e8c</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Claude Code を使っていて詰まったときの切り分けメモです。GitHub Issues に実際に報告されている症状のうち、複数人が同じことを踏んでいるものを選び、手元で実際にコマンドを叩いて確認した範囲だけを書いています。本文は 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47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AIエージェント基盤の設計変数7つ ── OpenAI–Hugging Face 事件の一次資料から</a:t>
            </a:r>
            <a:r>
              <a:rPr sz="900">
                <a:solidFill>
                  <a:srgbClr val="7F8C8D"/>
                </a:solidFill>
              </a:rPr>
              <a:t>  (2026-09-01)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https://qiita.com/dosanko_tousan/items/abfae59971d09624fd92</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AIエージェント基盤の設計変数7つ ── OpenAI–Hugging Face 事件の一次資料から
2026年7月、OpenAI の内部評価環境で動いていたエージェント群が、Hugging Face のインフラへ侵入した。約1,200体</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v2.1.252｜always allow が保存されない条件｜毎日Changelog解説</a:t>
            </a:r>
            <a:r>
              <a:rPr sz="900">
                <a:solidFill>
                  <a:srgbClr val="7F8C8D"/>
                </a:solidFill>
              </a:rPr>
              <a:t>  (2026-09-01)</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https://qiita.com/moha0918_/items/09b61fa44e12b8e9bd36</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:::note info
Claude Codeの公式Changelogをリリースから最速で翻訳・解説しています。
:::
 がまだ無いプロジェクトでは、権限プロンプトで  を選んでも許可が保存されていませんでした。v2.1.252 でこ</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Code開発者が押さえておきたいAnthropicニュース（2026-09-01）</a:t>
            </a:r>
            <a:r>
              <a:rPr sz="900">
                <a:solidFill>
                  <a:srgbClr val="7F8C8D"/>
                </a:solidFill>
              </a:rPr>
              <a:t>  (2026-09-01)</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https://qiita.com/homhom44/items/a04c2455fd1cbedecb39</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Anthropic の Claude / Claude Code 関連ニュースをまとめた索引だ。記事本文は日本語で PaPoo に投稿している。ここでは各記事の要点を紹介するので、詳細は各リンク先を読んでほしい。
静かに入る「監査の入口」</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MCP ツールに進捗通知(progressToken)とキャンセルを実装する — 進捗が出ない・キャンセル後もゾンビ処理が走る、3つのハマりどころ【2026】</a:t>
            </a:r>
            <a:r>
              <a:rPr sz="900">
                <a:solidFill>
                  <a:srgbClr val="7F8C8D"/>
                </a:solidFill>
              </a:rPr>
              <a:t>  (2026-09-01)</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https://qiita.com/yureki_lab/items/2f335018ee527c12bf14</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 対象と前提
自作 MCP サーバーに「30 秒以上かかるツール」を生やすと、クライアント側からは完全に無反応に見える。ユーザーは止まったと思って中断するし、中断してもサーバー側の処理は走り続ける。
これを直すのが MCP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LLM高精度出力を実現するプロンプトエンジニアリング実践ガイド：構造化指示の極意</a:t>
            </a:r>
            <a:r>
              <a:rPr sz="900">
                <a:solidFill>
                  <a:srgbClr val="7F8C8D"/>
                </a:solidFill>
              </a:rPr>
              <a:t>  (2026-09-01)</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https://qiita.com/Maku-Inc/items/18cf7a69e6693cf51b4a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LLM高精度出力を実現するプロンプトエンジニアリング実践ガイド：構造化指示の極意
大規模言語モデル（LLM）の進化は目覚ましく、私たちの働き方や創造性を大きく変えつつあります。しかし、その真価を引き出すためには、ただ質問を投げかけるだけで</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生成AIにLaTeX入りMarkdownを書かせるときの実践ルール：GitHubプレビューでも崩れにくい書き方</a:t>
            </a:r>
            <a:r>
              <a:rPr sz="900">
                <a:solidFill>
                  <a:srgbClr val="7F8C8D"/>
                </a:solidFill>
              </a:rPr>
              <a:t>  (2026-08-31)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https://qiita.com/stat-infercraft/items/4ee2b2d43585bc300e17</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生成AIに技術記事や数理系の資料を書かせると、LaTeX形式の数式を含むMarkdownを生成させる場面がよくあります。
LaTeXとして正しい数式であっても、その数式をMarkdownへ埋め込むと、Markdownパーサーとの競合によっ</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GPT-SoVITS音声モデル学習の実践 ── 31秒で失敗し、2時間ぶんで似るまで</a:t>
            </a:r>
            <a:r>
              <a:rPr sz="900">
                <a:solidFill>
                  <a:srgbClr val="7F8C8D"/>
                </a:solidFill>
              </a:rPr>
              <a:t>  (2026-08-31)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4"/>
              </a:rPr>
              <a:t>https://zenn.dev/aco_dog/books/gpt-sovits-voice-training</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自分の声・権利処理済み音声からGPT-SoVITSの音声モデルを作る全工程を、実測データで解説。データ量3段階の実験記録（31秒=失敗/20分=動く/2時間=似る）、GPUなしCPU学習の工程別所要時間（計21時間）、モデルより声色を左右す</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Codexの利用枠がまたリセットされた｜何をチューニングしているのか</a:t>
            </a:r>
            <a:r>
              <a:rPr sz="900">
                <a:solidFill>
                  <a:srgbClr val="7F8C8D"/>
                </a:solidFill>
              </a:rPr>
              <a:t>  (2026-08-31)</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https://qiita.com/vivinko/items/3c5f5493c2379b4774b3</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最近、Codexの利用枠が何度かリセットされています。
単なるキャンペーンだけではなく、現在は「同じ使い方なのに利用枠が想定より早く減る」問題について、Codexチームが調査・修正を続けているようです。
最近の流れ
2026年7月9日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表データの基盤モデルGoogle TabFMが調整済みXGBoostを上回る</a:t>
            </a:r>
            <a:r>
              <a:rPr sz="900">
                <a:solidFill>
                  <a:srgbClr val="7F8C8D"/>
                </a:solidFill>
              </a:rPr>
              <a:t>  (2026-08-31)</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2"/>
              </a:rPr>
              <a:t>https://zenn.dev/okssusucha/articles/20260714-google-tabfm-zero-shot-tabular-foundati…</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生成AIの波は、テキスト、画像、音声、コードと次々に既存の職人技を塗り替えてきた。その一方で、企業のデータベースやスプレッドシートに眠る「表形式データ」だけは、ほぼ手つかずで残っていた。売上予測でも与信スコアでも異常検知でも、現場で最初に手</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Gemini: 特定の Google アカウントで Web ブラウザでのみ Gemini がエラーになった事例</a:t>
            </a:r>
            <a:r>
              <a:rPr sz="900">
                <a:solidFill>
                  <a:srgbClr val="7F8C8D"/>
                </a:solidFill>
              </a:rPr>
              <a:t>  (2026-08-30)</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https://qiita.com/shrrdaisuke/items/4bac33390208d707bae2</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状況
|項目     |状況    | 
|--------|-----------|
|問題の概要 | Web ブラウザで Gemini を使用しようとすると「エラーが発生しました。しばらくしてからもう一度お試しください。」となり、使用</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Google Apps ScriptとChatGPT/Claude APIを連携する実践レシピ10選【コピペで使える】</a:t>
            </a:r>
            <a:r>
              <a:rPr sz="900">
                <a:solidFill>
                  <a:srgbClr val="7F8C8D"/>
                </a:solidFill>
              </a:rPr>
              <a:t>  (2026-08-30)</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4"/>
              </a:rPr>
              <a:t>https://zenn.dev/automate/articles/gas-ai-api-integration-10</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Google Apps ScriptとChatGPT/Claude APIを連携する実践レシピ10選【コピペで使える】
GAS（Google Apps Script）とAI APIを組み合わせると、スプレッドシートやGmailが一気に「AI</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初めてKaggleに参戦してみた — ポケカ対戦AIで一時9位まで行って、落ちた話</a:t>
            </a:r>
            <a:r>
              <a:rPr sz="900">
                <a:solidFill>
                  <a:srgbClr val="7F8C8D"/>
                </a:solidFill>
              </a:rPr>
              <a:t>  (2026-08-29)</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https://zenn.dev/kokotatan/articles/first-kaggle-ptcg-ai-battle</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初めてKaggleのコンペに出ました。題材はポケモンカードゲームの対戦AI。約2ヶ月、ランダム打ちのスコア431から始めて、最高で9位(7月上旬、当時約4,200チーム)まで上がり、月末に一度12位まで戻し、そして540位まで落ちました。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Google Workspace最新機能詳解：Gemini連携と管理機能</a:t>
            </a:r>
            <a:r>
              <a:rPr sz="900">
                <a:solidFill>
                  <a:srgbClr val="7F8C8D"/>
                </a:solidFill>
              </a:rPr>
              <a:t>  (2026-08-31)</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2"/>
              </a:rPr>
              <a:t>https://zenn.dev/adopture/articles/abf4bf410b1544</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Google WorkspaceおよびGeminiの大規模なアップデートが公開されました。今回のリリース群は、単なるUIの微修正にとどまらず、エンタープライズの運用設計、データ移行、セキュリティガバナンスに直結する重要な機能拡張が含まれてい</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『書いていない基準は毎回その場で埋められる』ーーLLM脆弱性トリアージの揺れをプロンプトの「境界設定」で止めた話</a:t>
            </a:r>
            <a:r>
              <a:rPr sz="900">
                <a:solidFill>
                  <a:srgbClr val="7F8C8D"/>
                </a:solidFill>
              </a:rPr>
              <a:t>  (2026-08-31)</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3"/>
              </a:rPr>
              <a:t>https://zenn.dev/nekoemon/articles/1ba734b11fb487</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『書いていない基準は毎回その場で埋められる』ーーLLM脆弱性トリアージの揺れをプロンプトの「境界設定」で止めた話
 0. 何を作っているか
開発対象: AWSセキュリティアドバイザリ(ALAS)と自社構成情報(stack-profile</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67E22"/>
                </a:solidFill>
              </a:rPr>
              <a:t>▶ </a:t>
            </a:r>
            <a:r>
              <a:rPr sz="1200" b="1">
                <a:solidFill>
                  <a:srgbClr val="FFFFFF"/>
                </a:solidFill>
              </a:rPr>
              <a:t>AIセキュリティ何から勉強すりゃええの？その4</a:t>
            </a:r>
            <a:r>
              <a:rPr sz="900">
                <a:solidFill>
                  <a:srgbClr val="7F8C8D"/>
                </a:solidFill>
              </a:rPr>
              <a:t>  (2026-08-30)</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4"/>
              </a:rPr>
              <a:t>https://qiita.com/mikihitooooo/items/d43a58615e948002d70b</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今回は『A Survey of Attacks on Large Language Models』の IV-A2（Weight-based Attacks）の整理です。
全然進まないですが根気よく続けます。
IV-A2 Weig</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67E22"/>
                </a:solidFill>
              </a:rPr>
              <a:t>▶ </a:t>
            </a:r>
            <a:r>
              <a:rPr sz="1200" b="1">
                <a:solidFill>
                  <a:srgbClr val="FFFFFF"/>
                </a:solidFill>
              </a:rPr>
              <a:t>【技術解説】【完全ガイド】SBI証券でPythonによる自動売買システムを構築する方法</a:t>
            </a:r>
            <a:r>
              <a:rPr sz="900">
                <a:solidFill>
                  <a:srgbClr val="7F8C8D"/>
                </a:solidFill>
              </a:rPr>
              <a:t>  (2026-08-29)</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5"/>
              </a:rPr>
              <a:t>https://qiita.com/sugarfree/items/8030efadecb6f2326cce</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SBI証券での自動売買システム構築ガイド
この記事では、Pythonを使用してSBI証券で自動売買システムを構築する方法を解説します。具体的には、APIの利用方法、株価情報の取得、売買ロジックの実装、及びリスク管理のポイントに焦点を当てま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生成AIとBIツールを組み合わせる典型パターン — 初心者が最初に押さえる4類型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https://qiita.com/YushiYamamoto/items/da682f652da08ff1a560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*【ポエム】 Claude トークン消費を制御する — 「長く使う」ためのコツ</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https://qiita.com/yml024/items/b1ef287eadd7f551f371</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Omni 1.1 Flashのシーン延長: 参照は直前10秒、10秒刻みで最長40秒。360pの下書き生成とAPI価格</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https://qiita.com/quotidia/items/51b3af1b0ce17a586c6e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野党は何のためにあるのか？ ― 政権交代と政策改善から考える日本経済 : システム設計視点の行動経済学 (23)</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https://qiita.com/maskot1977/items/170b23b7b2738975f021</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Claude Public Artifacts</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https://www.google.com/search?q=site%3Aclaude.ai+public+artifacts</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【初心者向け】AIは「組み合わせ」で覚醒する。未経験からの学習を加速させる「マルチAI運用」術</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https://qiita.com/chuandujiusi/items/781ffc1ba6b0c5aafd58</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Google Cloud Professional Cloud Architectの勉強方法を改めて整理してみた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https://qiita.com/orangist/items/812b747dcae733bbb18b</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ChatGPT becomes first AI chatbot to face tougher EU rules</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https://www.lemonde.fr/en/pixels/article/2026/08/31/chatgpt-becomes-first-ai-cha…</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900件のテストが緑でも、本番では壊れる──LLM製プロダクトの品質保証で学んだこと</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https://qiita.com/tanabata-kitajima/items/89edab6694989422af69</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GrokBotとChatGPTのボイスモードで、購入候補の株を探してみた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https://qiita.com/koji0705/items/c177c01474c1d73e7d83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第2回：線形回帰を「まっすぐな予測」で理解する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https://qiita.com/yoshisen/items/18de4c0b3825a0da3214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機械学習入門 第1回：モデルが「経験から学ぶ」とはどういうことか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https://qiita.com/yoshisen/items/3629c647f18419234b00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Robotics ER 2 を Colab から動かす ― 座標を返す・動画の「いつ」を答える・自分で Python を書いて読む【フィ…</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https://qiita.com/y_nakahira_prompt-x/items/43d0065825f152017553</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11. WhisperとMultimodalで会議録・画像・動画を扱う</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https://qiita.com/bahamutra/items/c04ca48f7de566a62d23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Salesforceバージョンアップ影響調査を楽にしたい</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https://qiita.com/s-takeshi/items/c7b72d6da43bb4f03a12</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OCI Generative AIでGeminiもgpt-ossも呼べたので、7モデルの日本語力を比べてみた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https://qiita.com/Sin9_Ha/items/63b569099fc2f871ba5b</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Launch HN: Almanac (YC S26) – AI that knows your company</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https://usealmanac.com/</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 Work上でログインが必要なサイトも操作可能に。実際にQiitaで試してみた</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https://qiita.com/inoyu-qiita/items/2e2ad24275b38fe80b4b</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ChatGPT Work Tool and Skill Reference</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https://codex-tool-reference.simonw.chatgpt.site/</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dera AI Weekly Vol.45 — 2026/8/24</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https://qiita.com/dera_news_/items/b6a390150cebd48f6823</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AIが顕微鏡やロボットを動かす共通規格MHSをAnthropicが公開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https://qiita.com/okssusucha/items/2447f1d604c923ba9983</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dera AI Weekly Vol.46 — 2026/8/31</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https://qiita.com/dera_news_/items/afdf8838121b2b03ec6f</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「指示に従う力」を測ったら、指示に従ったプロンプトが18点になった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https://zenn.dev/seiya_builds/articles/59ca4360f4c9f3</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Sonnet 5 vs GPT-5.6 Luna【2026年8月実測】日本語SEO記事1本あたりのコスト差$0.009と品質比較</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https://qiita.com/aimakerlab/items/c14a889ef740b9b51057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26-08-26</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https://qiita.com/masykot582/items/1d873f9812f15a33d3b9</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AWS Bedrock+VPCエンドポイントを利用したClaude環境の構築</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https://zenn.dev/acntechjp/articles/2822d621132fa4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DiscordでAI作成資料をWin-Winに共有｜相手はワンクリック閲覧、自分はファイルアップロード不要</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https://qiita.com/uni928/items/9c5eb6f189604b60c341</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LLMが「1+1」を計算するとき、中で何が起きているのか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https://qiita.com/nolanlover0527/items/7650fe71fa0bca85a727</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耳で聞く！Python で学ぶ マクロ経済学 入門 6</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https://qiita.com/maskot1977/items/01e1ca7a9dafe9aaf2a9</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ESはGRPOを超えるか：推論カバレッジの理論と実験</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https://zenn.dev/lixian/articles/es-llm-reasoning-coverage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スクショ1枚からPhotoshop・Illustratorのワイヤーフレームをスクリプトで組み立てる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https://qiita.com/jtths474/items/6094d3a9709f5187cf60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AIを可視化したくて、キャラクターを作ってみた - ローカルLLM・外部AI API・音声・記憶を組み合わせた実験記 -</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https://zenn.dev/interpark/articles/e0509582bbd640</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Appleの新AI推論フレームワーク Core AI に最速でOSSを建てた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https://zenn.dev/mlboydaisuke/articles/dde817900be258c46a9a</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育休3か月、ChatGPTとCodexで作りまくったら自分の弱点が露呈した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https://zenn.dev/kiomatsu/articles/8ee0be988067e0</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Chatで完結する時代、Webサイトを誰が支えるのか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https://qiita.com/arkareyousunk/items/89bf6fb0e903d25b72d1</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 の分類ラベルは誰も読んでいなかった。実害は縛ってあるほうから出た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https://zenn.dev/ykosuda/articles/structure-levels-01-loss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128GB の Mac で Qwen3.8 Flash Next をどう動かすか ─ 3つのランタイムを実測で比べた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https://zenn.dev/jtechjapan_pub/articles/qwen-flash-next-runtime-comparison</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Go言語でLLMの構造化出力を極める！instructor-goの徹底解説</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https://zenn.dev/nonejp/articles/92d3d20c6f6cbf</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語源学習アプリのイラスト約2800枚を定額課金内で量産した2x2グリッド生成の仕組み</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https://qiita.com/emuyn/items/90499f1a48d316e682e5</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統合版ChatGPTデスクトップアプリの Codex で M5Stack用のシンプルな開発を試してみる（デバイスは M5Stack Stopwatch…</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https://qiita.com/youtoy/items/0fadc2ef2196a7602425</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Aiと一緒にツールを作ってみよう(機能作成編)</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https://qiita.com/92yuki/items/0dcc72bd42120dd713d6</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Omni 1.1 Flashで動画生成を始める前に知っておきたいこと｜料金・できないこと・最初の1本の作り方</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https://qiita.com/Takuya__/items/91e7225dd422e158821c</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リアルタイム画面共有でGeminiと会話する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https://qiita.com/watar-wythrg/items/e86f3a81e138596d1b78</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いつも私の文章に文句を言う人間を、今日は私がレビューする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https://zenn.dev/tofu575/articles/294daab948892f</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AIを使って自作スピーカーを作ってみた PT1</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https://qiita.com/yshinobu07/items/b6b9fbddfa0551c6d377</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【技術解説】【完全ガイド】楽天証券の自動売買をPythonで実現する方法と注意点</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https://qiita.com/sugarfree/items/f50b49a733624a964fef</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Databricks Certified Machine Learning Professional 合格体験記</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https://zenn.dev/candnaka/articles/1e2492ab52850a</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ML実務力を段階的に鍛える技術書4選</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https://qiita.com/koukyo/items/3ac2eaca7ed3cab83a15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Databricks Certified Machine Learning Associate 合格体験記</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https://zenn.dev/candnaka/articles/a6d5d109a3e3dd</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知識ゼロからLLMを自作するまでの日本語教材を書いた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https://zenn.dev/thirtypower/articles/llm-jisaku-guide-intro</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気軽にはじめる LLM 自作入門</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https://zenn.dev/thirtypower/books/kgr-llm-guide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大人用です。中学受験2026年京都女子中 折返しの問題「【実力差が出る良問】基礎力を試す問題、あなたは解ける？【中学受験の算数】」様を、計算はsymp…</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https://qiita.com/mrrclb48z/items/15a9dd94c58d86b01b93</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耳で聞く！Python で学ぶ マクロ経済学 入門 5</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https://qiita.com/maskot1977/items/b83f57c16d065f1cd736</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Arc-Line Intersection Calculation / Intersection of Circular Arc and Line「円…</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https://qiita.com/mrrclb48z/items/d86a6d3645dc1ac783b7</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【Survey】Neural Ordinary Differential Equations</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https://qiita.com/sakura__mochi/items/f9df0f847f40f98c464d</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Go と Plus のどちらを払うべきか：4本のレビューを突き合わせて分かったこと</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https://zenn.dev/videostance/articles/703bb66b631238</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KV Cache はなぜ K と V だけをキャッシュするのか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https://zenn.dev/catinpajamas/articles/b46b53cc92375d</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価格回帰より方向分類の方が有利なのか？ | 第3回：AIで為替の未来予測は本当にできるのか？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https://zenn.dev/hiro_algo/articles/fx-regression-vs-classification</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ミニチュア版Gemini NoteBookの構築(v0.1)</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https://qiita.com/tri-ponte/items/7b5973de22d30072ca76</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因果推論 Day 15／全30回　DoWhyの4ステップ、仮定を書き推定し反証する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https://qiita.com/akiralab/items/4bdb99b9b750acffb1f1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GitHubから自分を読み直すAI「綴理」です</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https://zenn.dev/c_a_p_engineer/articles/hello-tsuzuri</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ChatGPTの「カスタム指示」に要注意？  Web版／デスクトップ版、Chat／Work／Codexで検証</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https://zenn.dev/h4m4chi/articles/db5b3478bd7c00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なぜAIは、専門家でなくても使えるようになったのか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https://qiita.com/haru-qiita/items/35b398bc0e05d7815a17</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階層型言語モデル PHOTON を論文から実装し、RTX4090で再現できたこと・できなかったこと</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https://qiita.com/arumada-5u/items/f31335bbac7b5b9e404e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AI文章を整えるSkill「teire」を作ってみた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https://qiita.com/HN6039940/items/e794b2340a113c85fd1d</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 vs ChatGPT 2026：深い文章と万能ツールキット、どちらを選ぶか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https://zenn.dev/videostance/articles/fdcc6015e6108f</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Enterprise環境でChatGPTの音声モードをTeams会議に「召喚」して会議に参加してもらう方法</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https://zenn.dev/acntechjp/articles/433b7375dcbaea</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プロンプト設計はもう不要か？ Claude・GPT・Geminiに「目的を言わずに」要約させてみた</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https://zenn.dev/shiomusubi/articles/9c1f76b843b525</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AI用ドキュメントと開発者用ドキュメントの混在問題を解決する — copilot-instructions 導入時の課題と段階的な運用開始方法</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https://qiita.com/h-nasu/items/5634ceb0619b37ef7f98</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聞きながら話すGPT-Live、重い思考をGPT-5.5に回す2層構成</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https://zenn.dev/okssusucha/articles/20260712-openai-gpt-live-full-duplex-voice</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ファインチューニング比較検証　--ジャンルの異なる学習データを使った時、モデル応答に違いが見られるか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https://zenn.dev/sapolas/articles/45a3a1456e1dfb</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同じプロンプトなのに世界が変わる、ChatGPT・Gemini・(M365)Copilotで画像生成おけるAIの解釈差を検証</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https://zenn.dev/syoshida07/articles/74c161db43677c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長い文章を貼るとAIが急に馬鹿になるのは結局なぜなのか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https://zenn.dev/m2yagyu/articles/rope-long-context-breakdown</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Claude × retrocomputing: emulating a QIC-117 tape drive</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https://dmitrybrant.com/2026/08/23/claude-x-retrocomputing-emulating-a-qic-117-t…</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監査プロンプトをAIツール別に持つのをやめた。10本を対象別3本へ統合した設計</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https://qiita.com/ishizakahiroshi/items/a7065348ad7ca46ca521</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画像生成・動画生成のプロンプトを再現可能にする設計</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https://qiita.com/mapmc/items/a37fb37d869aa657e300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 向けの指示を構造化して管理</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https://qiita.com/h-nasu/items/d0b2601bb179a6cdd5eb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SynthIDとは何か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https://zenn.dev/todesking/articles/d23fd40b319388</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コラム：ペルソナプロンプトの箱庭設計とは</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https://qiita.com/otoyo0318/items/411f8f3d4813f66c3af9</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「AIへの指示がうまい人」は、実は言語化がうまいだけ——AIで鍛える一生モノの力</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https://qiita.com/Skillsheet-Port/items/0ea38eeebb9b94dc708e</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AIを使うときの感覚：上手な指示と長いチャットの扱い方</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https://qiita.com/ramutarafarm/items/3625867c29a869e9f94d</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AIにコードを書かせるプロンプト。初心者がまず覚える型と、そのまま使える例文集</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https://qiita.com/Rapls/items/8acc4aa395b04c184e96</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「トークン消費量が多い」はもう悪口だ——AIを使いこなせない人の、本当の弱点</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https://qiita.com/Skillsheet-Port/items/4cd692961ed03421b794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第7回 AIと人間は何が違うのか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https://zenn.dev/jinfuroi/articles/b2e3c2c66f7d74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AIが何でも「その通りです」と答えるときに試す一言</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https://qiita.com/masa1113/items/a5093e0c5cd81ff56e10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DeepSeek 値上げを機に さくらのAI へ移行したら、シフト希望解析が時間 1/3 以下・正解率 100% になった話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https://qiita.com/emuyn/items/4379a56943d36d20ef02</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生成AIと20回改修して、Jupyter Notebook上に「3Dバーチャートレース」を作った話</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https://zenn.dev/hajimeteradio3/articles/c710f3020097ae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第8回 AIは知識を学習する。人間は人生を学習する。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https://zenn.dev/jinfuroi/articles/f5ee4abc096810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https://zenn.dev/sapolas/articles/7e36aca3347e06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