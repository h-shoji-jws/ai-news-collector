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1e3c86d0d2adfa24103b" TargetMode="External"/><Relationship Id="rId3" Type="http://schemas.openxmlformats.org/officeDocument/2006/relationships/hyperlink" Target="https://qiita.com/jjking/items/67cc46b5e38e7efa69f8" TargetMode="External"/><Relationship Id="rId4" Type="http://schemas.openxmlformats.org/officeDocument/2006/relationships/hyperlink" Target="https://zenn.dev/yukika/articles/20260613_bedrock_claude_first_ste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uririrn/items/855a1d79848194960f25" TargetMode="External"/><Relationship Id="rId3" Type="http://schemas.openxmlformats.org/officeDocument/2006/relationships/hyperlink" Target="https://qiita.com/Marron-chan/items/9c7e6102d1eda28e39b9" TargetMode="External"/><Relationship Id="rId4" Type="http://schemas.openxmlformats.org/officeDocument/2006/relationships/hyperlink" Target="https://qiita.com/Marron-chan/items/ede825e91c740894c197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tdatascience/items/eff07c425f5b871e819b" TargetMode="External"/><Relationship Id="rId3" Type="http://schemas.openxmlformats.org/officeDocument/2006/relationships/hyperlink" Target="https://qiita.com/NeoSoleil/items/a2825269147e76d70763" TargetMode="External"/><Relationship Id="rId4" Type="http://schemas.openxmlformats.org/officeDocument/2006/relationships/hyperlink" Target="https://qiita.com/NakanakaPierrot/items/d5a309c8e0c096aa1f4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ikifuse/items/b6abc32b678daa00746e" TargetMode="External"/><Relationship Id="rId3" Type="http://schemas.openxmlformats.org/officeDocument/2006/relationships/hyperlink" Target="https://qiita.com/belre/items/832e40b7876594437dd0" TargetMode="External"/><Relationship Id="rId4" Type="http://schemas.openxmlformats.org/officeDocument/2006/relationships/hyperlink" Target="https://zenn.dev/syoshida07/articles/baa36522c872e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fc6cf825cf91bc2c87d0" TargetMode="External"/><Relationship Id="rId3" Type="http://schemas.openxmlformats.org/officeDocument/2006/relationships/hyperlink" Target="https://qiita.com/pythonista0328/items/b1db2660cba53475b20c" TargetMode="External"/><Relationship Id="rId4" Type="http://schemas.openxmlformats.org/officeDocument/2006/relationships/hyperlink" Target="https://qiita.com/yoppy1256/items/230f69a1374736957158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1e3c86d0d2adfa24103b" TargetMode="External"/><Relationship Id="rId3" Type="http://schemas.openxmlformats.org/officeDocument/2006/relationships/hyperlink" Target="https://qiita.com/jjking/items/67cc46b5e38e7efa69f8" TargetMode="External"/><Relationship Id="rId4" Type="http://schemas.openxmlformats.org/officeDocument/2006/relationships/hyperlink" Target="https://zenn.dev/yukika/articles/20260613_bedrock_claude_first_step" TargetMode="External"/><Relationship Id="rId5" Type="http://schemas.openxmlformats.org/officeDocument/2006/relationships/hyperlink" Target="https://qiita.com/rex0220/items/1d81d8830f5c4c25c2e0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hanappu3/articles/ba4d191b342544" TargetMode="External"/><Relationship Id="rId3" Type="http://schemas.openxmlformats.org/officeDocument/2006/relationships/hyperlink" Target="https://qiita.com/jjking/items/7df1100c823f2e27beca" TargetMode="External"/><Relationship Id="rId4" Type="http://schemas.openxmlformats.org/officeDocument/2006/relationships/hyperlink" Target="https://qiita.com/shion4614/items/2520c0f00fab3c79b518" TargetMode="External"/><Relationship Id="rId5" Type="http://schemas.openxmlformats.org/officeDocument/2006/relationships/hyperlink" Target="https://qiita.com/nakanyewest/items/1ad551aaa755af6d8005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uririrn/items/855a1d79848194960f25" TargetMode="External"/><Relationship Id="rId3" Type="http://schemas.openxmlformats.org/officeDocument/2006/relationships/hyperlink" Target="https://qiita.com/Marron-chan/items/9c7e6102d1eda28e39b9" TargetMode="External"/><Relationship Id="rId4" Type="http://schemas.openxmlformats.org/officeDocument/2006/relationships/hyperlink" Target="https://qiita.com/Marron-chan/items/ede825e91c740894c197" TargetMode="External"/><Relationship Id="rId5" Type="http://schemas.openxmlformats.org/officeDocument/2006/relationships/hyperlink" Target="https://qiita.com/yasu1109/items/b3984d511188b6bd6af5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mofuteq/articles/4b036078c7512d" TargetMode="External"/><Relationship Id="rId3" Type="http://schemas.openxmlformats.org/officeDocument/2006/relationships/hyperlink" Target="https://qiita.com/softbase/items/0916c49303aac080979e" TargetMode="External"/><Relationship Id="rId4" Type="http://schemas.openxmlformats.org/officeDocument/2006/relationships/hyperlink" Target="https://qiita.com/miruky/items/c3d6277ff99afb214b19" TargetMode="External"/><Relationship Id="rId5" Type="http://schemas.openxmlformats.org/officeDocument/2006/relationships/hyperlink" Target="https://zenn.dev/elvisyao/articles/930a510164a798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ktdatascience/items/eff07c425f5b871e819b" TargetMode="External"/><Relationship Id="rId3" Type="http://schemas.openxmlformats.org/officeDocument/2006/relationships/hyperlink" Target="https://qiita.com/NeoSoleil/items/a2825269147e76d70763" TargetMode="External"/><Relationship Id="rId4" Type="http://schemas.openxmlformats.org/officeDocument/2006/relationships/hyperlink" Target="https://qiita.com/NakanakaPierrot/items/d5a309c8e0c096aa1f4d" TargetMode="External"/><Relationship Id="rId5" Type="http://schemas.openxmlformats.org/officeDocument/2006/relationships/hyperlink" Target="https://qiita.com/manchan/items/e504bb8f5c3a32ebe5a8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rukusa/items/74d60654678f8915f50d" TargetMode="External"/><Relationship Id="rId3" Type="http://schemas.openxmlformats.org/officeDocument/2006/relationships/hyperlink" Target="https://qiita.com/isanakamishiro2/items/eb74a98f942e448ebbb2" TargetMode="External"/><Relationship Id="rId4" Type="http://schemas.openxmlformats.org/officeDocument/2006/relationships/hyperlink" Target="https://qiita.com/yurukusa/items/7e0b4abcdd13ae322208" TargetMode="External"/><Relationship Id="rId5" Type="http://schemas.openxmlformats.org/officeDocument/2006/relationships/hyperlink" Target="https://qiita.com/yurukusa/items/2700b4d67f77220fa618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ikifuse/items/b6abc32b678daa00746e" TargetMode="External"/><Relationship Id="rId3" Type="http://schemas.openxmlformats.org/officeDocument/2006/relationships/hyperlink" Target="https://qiita.com/belre/items/832e40b7876594437dd0" TargetMode="External"/><Relationship Id="rId4" Type="http://schemas.openxmlformats.org/officeDocument/2006/relationships/hyperlink" Target="https://zenn.dev/syoshida07/articles/baa36522c872e6" TargetMode="External"/><Relationship Id="rId5" Type="http://schemas.openxmlformats.org/officeDocument/2006/relationships/hyperlink" Target="https://qiita.com/e99h2121/items/a3816fef15fe0276afd9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tomyuk/articles/sayane-02-chrome-extension" TargetMode="External"/><Relationship Id="rId3" Type="http://schemas.openxmlformats.org/officeDocument/2006/relationships/hyperlink" Target="https://qiita.com/riku1220/items/384048a31d63e22b46b3" TargetMode="External"/><Relationship Id="rId4" Type="http://schemas.openxmlformats.org/officeDocument/2006/relationships/hyperlink" Target="https://qiita.com/mguozhen/items/07f5634c1f81c5c26d06" TargetMode="External"/><Relationship Id="rId5" Type="http://schemas.openxmlformats.org/officeDocument/2006/relationships/hyperlink" Target="https://qiita.com/dev-kokado/items/4bf9a033287ec50db9f5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picnic/items/fc6cf825cf91bc2c87d0" TargetMode="External"/><Relationship Id="rId3" Type="http://schemas.openxmlformats.org/officeDocument/2006/relationships/hyperlink" Target="https://qiita.com/pythonista0328/items/b1db2660cba53475b20c" TargetMode="External"/><Relationship Id="rId4" Type="http://schemas.openxmlformats.org/officeDocument/2006/relationships/hyperlink" Target="https://qiita.com/yoppy1256/items/230f69a1374736957158" TargetMode="External"/><Relationship Id="rId5" Type="http://schemas.openxmlformats.org/officeDocument/2006/relationships/hyperlink" Target="https://qiita.com/sa-san/items/7d71e8722d11368bcbb9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nnakapa/articles/lab-26-fable5-opus48-coding-traits" TargetMode="External"/><Relationship Id="rId3" Type="http://schemas.openxmlformats.org/officeDocument/2006/relationships/hyperlink" Target="https://qiita.com/quotidia/items/93d15444372d79d05246" TargetMode="External"/><Relationship Id="rId4" Type="http://schemas.openxmlformats.org/officeDocument/2006/relationships/hyperlink" Target="https://qiita.com/drasenas/items/1f26e9bfd920cbbe1c0a" TargetMode="External"/><Relationship Id="rId5" Type="http://schemas.openxmlformats.org/officeDocument/2006/relationships/hyperlink" Target="https://qiita.com/rino_yume/items/24b5e713770cd2a84877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senle1024/items/e623fc3a350bf4d5fb98" TargetMode="External"/><Relationship Id="rId3" Type="http://schemas.openxmlformats.org/officeDocument/2006/relationships/hyperlink" Target="https://qiita.com/ennagara128/items/d4dcd97dfeca39f884cb" TargetMode="External"/><Relationship Id="rId4" Type="http://schemas.openxmlformats.org/officeDocument/2006/relationships/hyperlink" Target="https://qiita.com/Miraigent/items/371c99187f8c92aedbfe" TargetMode="External"/><Relationship Id="rId5" Type="http://schemas.openxmlformats.org/officeDocument/2006/relationships/hyperlink" Target="https://qiita.com/mhamadajp/items/34b95ac1d9126a10ec2e" TargetMode="External"/><Relationship Id="rId6" Type="http://schemas.openxmlformats.org/officeDocument/2006/relationships/hyperlink" Target="https://www.cbc.ca/news/canada/new-brunswick/sue-open-ai-suicide-chat-gpt-9.7234630" TargetMode="External"/><Relationship Id="rId7" Type="http://schemas.openxmlformats.org/officeDocument/2006/relationships/hyperlink" Target="https://yinghonglan.substack.com/p/introduction-to-multimodal-llm-as" TargetMode="External"/><Relationship Id="rId8" Type="http://schemas.openxmlformats.org/officeDocument/2006/relationships/hyperlink" Target="https://qiita.com/faliye/items/667f79e125023ef3d977" TargetMode="External"/><Relationship Id="rId9" Type="http://schemas.openxmlformats.org/officeDocument/2006/relationships/hyperlink" Target="https://news.ycombinator.com/item?id=48524387" TargetMode="External"/><Relationship Id="rId10" Type="http://schemas.openxmlformats.org/officeDocument/2006/relationships/hyperlink" Target="https://qiita.com/picnic/items/ed4312c9a468f9d9e6c7" TargetMode="External"/><Relationship Id="rId11" Type="http://schemas.openxmlformats.org/officeDocument/2006/relationships/hyperlink" Target="https://qiita.com/takurot/items/0574e9bec16df8f2fba2" TargetMode="External"/><Relationship Id="rId12" Type="http://schemas.openxmlformats.org/officeDocument/2006/relationships/hyperlink" Target="https://qiita.com/sshh00330077/items/60c137f6e903170586fe" TargetMode="External"/><Relationship Id="rId13" Type="http://schemas.openxmlformats.org/officeDocument/2006/relationships/hyperlink" Target="https://qiita.com/etale_cohomology/items/bd3d618233da937aac2e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nthropic.com/research/making-claude-a-chemist" TargetMode="External"/><Relationship Id="rId3" Type="http://schemas.openxmlformats.org/officeDocument/2006/relationships/hyperlink" Target="https://qiita.com/ryu-ki/items/611daea62cab71359bae" TargetMode="External"/><Relationship Id="rId4" Type="http://schemas.openxmlformats.org/officeDocument/2006/relationships/hyperlink" Target="https://qiita.com/ken_aizawa/items/edff1a55d7fceb2d6f3a" TargetMode="External"/><Relationship Id="rId5" Type="http://schemas.openxmlformats.org/officeDocument/2006/relationships/hyperlink" Target="https://qiita.com/Rapls/items/cade8e2d17070758776a" TargetMode="External"/><Relationship Id="rId6" Type="http://schemas.openxmlformats.org/officeDocument/2006/relationships/hyperlink" Target="https://qiita.com/KyokoCow/items/137a84520b0be5c79e43" TargetMode="External"/><Relationship Id="rId7" Type="http://schemas.openxmlformats.org/officeDocument/2006/relationships/hyperlink" Target="https://qiita.com/pyo2102/items/6b61a7ddc88a2139fb4a" TargetMode="External"/><Relationship Id="rId8" Type="http://schemas.openxmlformats.org/officeDocument/2006/relationships/hyperlink" Target="https://qiita.com/leolui2004/items/7d39212b54ec12f4e63c" TargetMode="External"/><Relationship Id="rId9" Type="http://schemas.openxmlformats.org/officeDocument/2006/relationships/hyperlink" Target="https://qiita.com/tomoki-miso/items/3a7352dea05f380c38fa" TargetMode="External"/><Relationship Id="rId10" Type="http://schemas.openxmlformats.org/officeDocument/2006/relationships/hyperlink" Target="https://zenn.dev/shun_producer/articles/claude-structured-outputs-beginner" TargetMode="External"/><Relationship Id="rId11" Type="http://schemas.openxmlformats.org/officeDocument/2006/relationships/hyperlink" Target="https://zenn.dev/oyatomo/articles/6da8bc0d7900cd" TargetMode="External"/><Relationship Id="rId12" Type="http://schemas.openxmlformats.org/officeDocument/2006/relationships/hyperlink" Target="https://qiita.com/Yushi88/items/da84f10fe6e5776be7fd" TargetMode="External"/><Relationship Id="rId13" Type="http://schemas.openxmlformats.org/officeDocument/2006/relationships/hyperlink" Target="https://qiita.com/omuraisu02/items/90ba6907578303fd61d5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yoshi_katakura/articles/3b1952f0096a64" TargetMode="External"/><Relationship Id="rId3" Type="http://schemas.openxmlformats.org/officeDocument/2006/relationships/hyperlink" Target="https://qiita.com/Rapls/items/f6b0ec285f2c72f9fe75" TargetMode="External"/><Relationship Id="rId4" Type="http://schemas.openxmlformats.org/officeDocument/2006/relationships/hyperlink" Target="https://qiita.com/swoswoyuu1156/items/60423dd939a483347c5c" TargetMode="External"/><Relationship Id="rId5" Type="http://schemas.openxmlformats.org/officeDocument/2006/relationships/hyperlink" Target="https://zenn.dev/mantis_ryuji/articles/fizz-buzz-exp" TargetMode="External"/><Relationship Id="rId6" Type="http://schemas.openxmlformats.org/officeDocument/2006/relationships/hyperlink" Target="https://qiita.com/quotidia/items/3483fc38818881894d22" TargetMode="External"/><Relationship Id="rId7" Type="http://schemas.openxmlformats.org/officeDocument/2006/relationships/hyperlink" Target="https://qiita.com/sutaminajing40/items/633f621f3bbda5415cdd" TargetMode="External"/><Relationship Id="rId8" Type="http://schemas.openxmlformats.org/officeDocument/2006/relationships/hyperlink" Target="https://zenn.dev/koizumiiiii/articles/3a566668b65b03" TargetMode="External"/><Relationship Id="rId9" Type="http://schemas.openxmlformats.org/officeDocument/2006/relationships/hyperlink" Target="https://zenn.dev/phinata/articles/ollama-local-llm" TargetMode="External"/><Relationship Id="rId10" Type="http://schemas.openxmlformats.org/officeDocument/2006/relationships/hyperlink" Target="https://zenn.dev/tesla/articles/9e618eb27c01ff" TargetMode="External"/><Relationship Id="rId11" Type="http://schemas.openxmlformats.org/officeDocument/2006/relationships/hyperlink" Target="https://qiita.com/taimonya/items/82f096605c80c1a475bb" TargetMode="External"/><Relationship Id="rId12" Type="http://schemas.openxmlformats.org/officeDocument/2006/relationships/hyperlink" Target="https://zenn.dev/hironakamura_ai/articles/1a6f1ff1157ab5" TargetMode="External"/><Relationship Id="rId13" Type="http://schemas.openxmlformats.org/officeDocument/2006/relationships/hyperlink" Target="https://zenn.dev/chiaki25/articles/284cd8afb8d1ce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kenta_kadowaki/articles/56d3a502356202" TargetMode="External"/><Relationship Id="rId3" Type="http://schemas.openxmlformats.org/officeDocument/2006/relationships/hyperlink" Target="https://qiita.com/maskot1977/items/28e9a6089c4cc1f6cd9c" TargetMode="External"/><Relationship Id="rId4" Type="http://schemas.openxmlformats.org/officeDocument/2006/relationships/hyperlink" Target="https://qiita.com/KyokoCow/items/d4166e770994805c0bc2" TargetMode="External"/><Relationship Id="rId5" Type="http://schemas.openxmlformats.org/officeDocument/2006/relationships/hyperlink" Target="https://qiita.com/umascore/items/2eb5854b5bd12f45e0f6" TargetMode="External"/><Relationship Id="rId6" Type="http://schemas.openxmlformats.org/officeDocument/2006/relationships/hyperlink" Target="https://qiita.com/kkacha624/items/b00844d5497b9cb85f8e" TargetMode="External"/><Relationship Id="rId7" Type="http://schemas.openxmlformats.org/officeDocument/2006/relationships/hyperlink" Target="https://qiita.com/shinkai_/items/64bc3124b270a7dc8d25" TargetMode="External"/><Relationship Id="rId8" Type="http://schemas.openxmlformats.org/officeDocument/2006/relationships/hyperlink" Target="https://zenn.dev/elvisyao/articles/7262f517a997c9" TargetMode="External"/><Relationship Id="rId9" Type="http://schemas.openxmlformats.org/officeDocument/2006/relationships/hyperlink" Target="https://qiita.com/rino_yume/items/88f358f574c6ff86f760" TargetMode="External"/><Relationship Id="rId10" Type="http://schemas.openxmlformats.org/officeDocument/2006/relationships/hyperlink" Target="https://qiita.com/masykot582/items/d3e61fa89e2c35de222c" TargetMode="External"/><Relationship Id="rId11" Type="http://schemas.openxmlformats.org/officeDocument/2006/relationships/hyperlink" Target="https://qiita.com/massy0123/items/13e5873565710b733dbd" TargetMode="External"/><Relationship Id="rId12" Type="http://schemas.openxmlformats.org/officeDocument/2006/relationships/hyperlink" Target="https://zenn.dev/memolab/books/9ec49eab44fa0c" TargetMode="External"/><Relationship Id="rId13" Type="http://schemas.openxmlformats.org/officeDocument/2006/relationships/hyperlink" Target="https://qiita.com/tanoue2715/items/620595f92f108d920c4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continuitymodel/articles/63f090e6e84d8b" TargetMode="External"/><Relationship Id="rId3" Type="http://schemas.openxmlformats.org/officeDocument/2006/relationships/hyperlink" Target="https://qiita.com/maskot1977/items/d01ec530f959322082f4" TargetMode="External"/><Relationship Id="rId4" Type="http://schemas.openxmlformats.org/officeDocument/2006/relationships/hyperlink" Target="https://qiita.com/yuto0622/items/beffb89b9d69908d4591" TargetMode="External"/><Relationship Id="rId5" Type="http://schemas.openxmlformats.org/officeDocument/2006/relationships/hyperlink" Target="https://qiita.com/aigirlfriendmedia/items/7cc9418bb4db29534d1c" TargetMode="External"/><Relationship Id="rId6" Type="http://schemas.openxmlformats.org/officeDocument/2006/relationships/hyperlink" Target="https://qiita.com/YKVKDX12/items/0846a206398b7343f3dc" TargetMode="External"/><Relationship Id="rId7" Type="http://schemas.openxmlformats.org/officeDocument/2006/relationships/hyperlink" Target="https://qiita.com/tikeda123/items/63e6882cacadbdce1bc4" TargetMode="External"/><Relationship Id="rId8" Type="http://schemas.openxmlformats.org/officeDocument/2006/relationships/hyperlink" Target="https://zenn.dev/tkithrta/articles/0675acc0ced326" TargetMode="External"/><Relationship Id="rId9" Type="http://schemas.openxmlformats.org/officeDocument/2006/relationships/hyperlink" Target="https://qiita.com/saikoukiroku/items/6df37d0e3c4eeb153c3d" TargetMode="External"/><Relationship Id="rId10" Type="http://schemas.openxmlformats.org/officeDocument/2006/relationships/hyperlink" Target="https://zenn.dev/elvisyao/articles/bef9e76aaa9bb0" TargetMode="External"/><Relationship Id="rId11" Type="http://schemas.openxmlformats.org/officeDocument/2006/relationships/hyperlink" Target="https://qiita.com/dosanko_tousan/items/e60104f6064c6214baa9" TargetMode="External"/><Relationship Id="rId12" Type="http://schemas.openxmlformats.org/officeDocument/2006/relationships/hyperlink" Target="https://qiita.com/harupython/items/5134b1e4a1e961b39acf" TargetMode="External"/><Relationship Id="rId13" Type="http://schemas.openxmlformats.org/officeDocument/2006/relationships/hyperlink" Target="https://qiita.com/sauna_daisuki_engineer/items/5c702ac06dad4d3023b7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qiita.com/Yushi88/items/6e0c4cc66e7d35df36b9" TargetMode="External"/><Relationship Id="rId3" Type="http://schemas.openxmlformats.org/officeDocument/2006/relationships/hyperlink" Target="https://qiita.com/picnic/items/f746c8941eaea20a7ad3" TargetMode="External"/><Relationship Id="rId4" Type="http://schemas.openxmlformats.org/officeDocument/2006/relationships/hyperlink" Target="https://qiita.com/ai_lab_datascientist/items/c59cfc95dfda6f318028" TargetMode="External"/><Relationship Id="rId5" Type="http://schemas.openxmlformats.org/officeDocument/2006/relationships/hyperlink" Target="https://new.roman-names.com/" TargetMode="External"/><Relationship Id="rId6" Type="http://schemas.openxmlformats.org/officeDocument/2006/relationships/hyperlink" Target="https://qiita.com/yoshiyakato/items/7f7ecc8c1867ace9e6f4" TargetMode="External"/><Relationship Id="rId7" Type="http://schemas.openxmlformats.org/officeDocument/2006/relationships/hyperlink" Target="https://qiita.com/suzutatsu/items/27a8102ddcd2f4bd2d64" TargetMode="External"/><Relationship Id="rId8" Type="http://schemas.openxmlformats.org/officeDocument/2006/relationships/hyperlink" Target="https://qiita.com/Yumekawa-chan/items/7e59b9fb198237393351" TargetMode="External"/><Relationship Id="rId9" Type="http://schemas.openxmlformats.org/officeDocument/2006/relationships/hyperlink" Target="https://zenn.dev/yamamvra/articles/cd99bc7c1806cc" TargetMode="External"/><Relationship Id="rId10" Type="http://schemas.openxmlformats.org/officeDocument/2006/relationships/hyperlink" Target="https://zenn.dev/kakuremi/articles/claude-fable-5-vs-gpt-5-5" TargetMode="External"/><Relationship Id="rId11" Type="http://schemas.openxmlformats.org/officeDocument/2006/relationships/hyperlink" Target="https://zenn.dev/syoshida07/articles/f2cb66aff498a1" TargetMode="External"/><Relationship Id="rId12" Type="http://schemas.openxmlformats.org/officeDocument/2006/relationships/hyperlink" Target="https://zenn.dev/dbcat/articles/289cca974e9350" TargetMode="External"/><Relationship Id="rId13" Type="http://schemas.openxmlformats.org/officeDocument/2006/relationships/hyperlink" Target="https://qiita.com/ktg0215/items/c5f7980ca3c744c163c5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rublix/articles/faea285063637c" TargetMode="External"/><Relationship Id="rId3" Type="http://schemas.openxmlformats.org/officeDocument/2006/relationships/hyperlink" Target="https://zenn.dev/tukurugi_v/articles/e2b58da46c5ba3" TargetMode="External"/><Relationship Id="rId4" Type="http://schemas.openxmlformats.org/officeDocument/2006/relationships/hyperlink" Target="https://qiita.com/yassan_scai/items/798bc64dba9de3805023" TargetMode="External"/><Relationship Id="rId5" Type="http://schemas.openxmlformats.org/officeDocument/2006/relationships/hyperlink" Target="https://zenn.dev/outloukick777/articles/ai-news-2026-06-08" TargetMode="External"/><Relationship Id="rId6" Type="http://schemas.openxmlformats.org/officeDocument/2006/relationships/hyperlink" Target="https://zenn.dev/rick2200/articles/52a269e6c52ff0" TargetMode="External"/><Relationship Id="rId7" Type="http://schemas.openxmlformats.org/officeDocument/2006/relationships/hyperlink" Target="https://qiita.com/otoyo0318/items/be6d2ac4977e1ddf5071" TargetMode="External"/><Relationship Id="rId8" Type="http://schemas.openxmlformats.org/officeDocument/2006/relationships/hyperlink" Target="https://qiita.com/dosanko_tousan/items/af69341044e2ee642d3f" TargetMode="External"/><Relationship Id="rId9" Type="http://schemas.openxmlformats.org/officeDocument/2006/relationships/hyperlink" Target="https://qiita.com/sutaminajing40/items/6b90e1a9358e98712c73" TargetMode="External"/><Relationship Id="rId10" Type="http://schemas.openxmlformats.org/officeDocument/2006/relationships/hyperlink" Target="https://zenn.dev/mlboydaisuke/articles/e56291d606e61348ff27" TargetMode="External"/><Relationship Id="rId11" Type="http://schemas.openxmlformats.org/officeDocument/2006/relationships/hyperlink" Target="https://qiita.com/otoyo0318/items/d115b314f2e4673f0590" TargetMode="External"/><Relationship Id="rId12" Type="http://schemas.openxmlformats.org/officeDocument/2006/relationships/hyperlink" Target="https://qiita.com/Sato-310/items/8d565980fbaa5777d30e" TargetMode="External"/><Relationship Id="rId13" Type="http://schemas.openxmlformats.org/officeDocument/2006/relationships/hyperlink" Target="https://zenn.dev/miki_mini/articles/f5a0b85f84bbd6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nn.dev/nozmat/articles/e414ab808ebc1e" TargetMode="External"/><Relationship Id="rId3" Type="http://schemas.openxmlformats.org/officeDocument/2006/relationships/hyperlink" Target="https://zenn.dev/saturday/articles/97f0f577d40e14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88952" cy="54864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AI ニュース日報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ED6F1"/>
                </a:solidFill>
              </a:rPr>
              <a:t>2026-06-14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85C1E9"/>
                </a:solidFill>
              </a:rPr>
              <a:t>総収集記事数：215 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005840"/>
          </a:xfrm>
          <a:prstGeom prst="rect">
            <a:avLst/>
          </a:prstGeom>
          <a:solidFill>
            <a:srgbClr val="52B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本日のテーマ別サマリー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554480"/>
          <a:ext cx="94183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737360"/>
                <a:gridCol w="192024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テーマ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件数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割合</a:t>
                      </a:r>
                    </a:p>
                  </a:txBody>
                  <a:tcPr>
                    <a:solidFill>
                      <a:srgbClr val="233C5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IT運用・自動化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74C3C"/>
                          </a:solidFill>
                        </a:rPr>
                        <a:t>16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6.3%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RAG・検索基盤設計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980B9"/>
                          </a:solidFill>
                        </a:rPr>
                        <a:t>33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AIエージェント開発・運用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439AD"/>
                          </a:solidFill>
                        </a:rPr>
                        <a:t>77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30.3%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生成AI活用の現場実践・他社事例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7AE60"/>
                          </a:solidFill>
                        </a:rPr>
                        <a:t>27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AIガバナンス・セキュリティ・社内ルール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E67E22"/>
                          </a:solidFill>
                        </a:rPr>
                        <a:t>15 件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1E2D4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D0E4F7"/>
                          </a:solidFill>
                        </a:rPr>
                        <a:t>● その他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7F8C8D"/>
                          </a:solidFill>
                        </a:rPr>
                        <a:t>86 件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D0E4F7"/>
                          </a:solidFill>
                        </a:rPr>
                        <a:t>33.9%</a:t>
                      </a:r>
                    </a:p>
                  </a:txBody>
                  <a:tcPr>
                    <a:solidFill>
                      <a:srgbClr val="16223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合計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254 件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D40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IT運用・自動化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Mythos 5・Fable 5 アクセス一時停止：影響と対応策まとめ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https://qiita.com/picnic/items/1e3c86d0d2adfa24103b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2026年6月13日、Anthropic は Claude Mythos 5 および Claude Fable 5 へのアクセスを一時停止したと発表しました。現在、両モデルはステータスページ上で「Monitoring（監視中）」状態にあります。
これらのモデルをプロダクションで利用して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LlamaIndex×LangGraphで作る「自己修正型エージェントRAG」実装ガイド：複数ソースのクエリ分解とループ制御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https://qiita.com/jjking/items/67cc46b5e38e7efa69f8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&gt; 📖 この記事は、前回の記事「エージェントRAG（Agentic RAG）導入のための5ステップ：外部知識取り込みとワークフローの設計実践テンプレート」の続編です。
&gt; 前回の内容をさらに深掘り・発展させてお届けします。まだお読みでない方は、先に前回の記事 エージェントRAG（Agentic 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74C3C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LLMOps学習でBedrock + Claudeを動かしてみた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https://zenn.dev/yukika/articles/20260613_bedrock_claude_first_step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こんにちは。
最近、LLMOpsに興味を持ち始めました。
Claude Codeはよく触っているのですが、LLMをプログラムから呼び出して使う、みたいなことはやったことがありませんでした。
Bedrockもまともに触ったことがなかったので、併せて試してみることにしました。
 やってみたこ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RAG・検索基盤設計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LLMエージェント設計パターンのコードリーディングで気づいた品質担保の7原則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https://qiita.com/kuririrn/items/855a1d79848194960f25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書籍「LangChainとLangGraphによるRAG・AIエージェント［実践］入門」のChapter 12に収録されているエージェントシステムの設計パターンのサンプルコードを読み、動作確認しながら学習しました。
各パターンのコードを追う中で気づいたのは、「どんな設計パターンを採用す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RTX 4070 (12GB) で vLLM / SGLang をOOMさせず動かす設定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https://qiita.com/Marron-chan/items/9c7e6102d1eda28e39b9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この記事の使い方
前回（Ollamaが遅い？ 1人なら最速、詰まるのは複数人・RAGから ― vLLM / SGLangを見る判断基準）で「複数人・RAG・低レイテンシで詰まったら vLLM / SGLang を見る」と書きました。
今回はその続き。12GBのGPUで、まずOOMさせずに起動して、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980B9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Ollamaが遅い？ 1人なら最速、詰まるのは複数人・RAGから ― vLLM / SGLangを見る判断基準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https://qiita.com/Marron-chan/items/ede825e91c740894c197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ローカルLLMを始めるとき、最初に触るのはたいてい Ollama だと思います。
これだけでモデルが落ちてきて、すぐチャットできる。GPUの設定も、量子化の知識も、サーバの起動オプションもいりません。「とりあえずローカルでLLMを動かす」には、Ollamaは本当によくできています。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AIエージェント開発・運用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Qiita記事7.7万件をClickHouseに入れてAIエージェントに分析させてみた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https://qiita.com/ktdatascience/items/eff07c425f5b871e819b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Qiitaに記事を書いている人なら、一度はこう思ったことがないでしょうか。「自分の記事、どうしたら伸びるんだろう」と。
私はずっと、これを"なんとなくの肌感"で語るのがイヤでした。「画像は多めがいい」「タイトルは長すぎない方が」——どれも、誰かの体験談の又聞きです。だったら、Qiit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『バグを直して』で直った。でもコメントは古いままだった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https://qiita.com/NeoSoleil/items/a2825269147e76d70763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AIエージェントは賢いより忠実──だから任せる範囲は人間が決める
結論から書く。AIコーディングエージェントを使っていて最近いちばん考えているのは「どこまで任せるか」だ。AIが賢いかどうかより、こちらがどこに線を引くか。理由は単純で、AIは賢いというより忠実だからだ。
https://githu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439AD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Codeを今すぐ始めたい（インストールから初期設定方法まで）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https://qiita.com/NakanakaPierrot/items/d5a309c8e0c096aa1f4d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Claude Codeのインストールから初期設定方法について記述しておきます。
参考になれば幸いです。
準備
Claudeを利用するには、まずClaudeのサイトに行ってアカウント登録する必要があります。そしてClaude Codeを利用するには、Proプラン以上に加入する必要があります。
イン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生成AI活用の現場実践・他社事例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AI勉強18日目の非エンジニアが、左手デバイスと「絶対開発憲法」でGeminiを専属開発チームにした話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https://qiita.com/ikifuse/items/b6abc32b678daa00746e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---
title: 🚀AI勉強18日目の非エンジニアが、左手デバイスと「絶対開発憲法」でGeminiを専属開発チームにした話【Pixel 6a最強説】
tags:
  - Python
  - Gemini
  - Android
  - 生産性向上
  - antigravity
---
🛑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株研究を生成AI行うためのプラットフォームを作ってみた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https://qiita.com/belre/items/832e40b7876594437dd0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最新のClaudeモデルを活用して、自分なりの投資テーマや分析を深掘りできるツールを開発しました。現在はテスト段階ですが、アイディアを取り入れて公開を目指したいと考えています。ぜひご意見をください！
https://youtube.com/shorts/UUEMwf45sWw?si=kIuxyB2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7AE60"/>
                </a:solidFill>
              </a:rPr>
              <a:t>[Zenn]  </a:t>
            </a:r>
            <a:r>
              <a:rPr sz="1200" b="1">
                <a:solidFill>
                  <a:srgbClr val="FFFFFF"/>
                </a:solidFill>
              </a:rPr>
              <a:t>社内ガイドラインが効かない、情報漏洩は安易な個人AI利用からはじまる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https://zenn.dev/syoshida07/articles/baa36522c872e6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2025〜2026年の政府・公的機関の分析では、企業の生成AIガバナンスは「整備は進んだが、遵守は追いついていない」という評価が共通している。
特にデジタル庁(2025)と経産省AI事業者ガイドライン(2026)は、ガイドラインは作っただけでは意味がないと明確に指摘している。
企業の多くは生成AI利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AIガバナンス・セキュリティ・社内ルール　ピックアップ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ED9F5"/>
                </a:solidFill>
              </a:rPr>
              <a:t>TOP PICKS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06424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106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16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Claude Fable 5/Mythos 5が輸出規制で全停止、Opus 4.8への移行対応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5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https://qiita.com/picnic/items/fc6cf825cf91bc2c87d0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5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はじめに
2026年6月12日、米国政府が Claude Fable 5 および Claude Mythos 5 に対する輸出規制（export control）指令を発令しました。Anthropicはこれを受けて両モデルへの全アクセスを停止し、6月9日に公開されていた次世代モデルの提供告知を停止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1424"/>
            <a:ext cx="11640312" cy="1795272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1424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6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AIが書いたコード、そのままコミットして大丈夫? 無料CLIで30秒セキュリティチェック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56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https://qiita.com/pythonista0328/items/b1db2660cba53475b20c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56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結論
AIが生成したコードは、ほんの数行で  がいくつも並ぶことが珍しくない。直書きの鍵、SSL検証の無効化、シェルへの素通し——「動くサンプル」の顔をして、危険なコードが量産されていく。
この記事では、AI生成コードを繰り返しスキャンして見えてきた危険パターンと、インストール不要・LLM不使用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916423"/>
            <a:ext cx="11640312" cy="1795272"/>
          </a:xfrm>
          <a:prstGeom prst="rect">
            <a:avLst/>
          </a:prstGeom>
          <a:solidFill>
            <a:srgbClr val="1E2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916423"/>
            <a:ext cx="64008" cy="179527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971288"/>
            <a:ext cx="11247120" cy="59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E67E22"/>
                </a:solidFill>
              </a:rPr>
              <a:t>[Qiita]  </a:t>
            </a:r>
            <a:r>
              <a:rPr sz="1200" b="1">
                <a:solidFill>
                  <a:srgbClr val="FFFFFF"/>
                </a:solidFill>
              </a:rPr>
              <a:t>国家試験アプリ開発でChatGPT Plusをどう使うか整理してみた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561838"/>
            <a:ext cx="1124712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https://qiita.com/yoppy1256/items/230f69a1374736957158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61888"/>
            <a:ext cx="1124712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C0D8F0"/>
                </a:solidFill>
              </a:rPr>
              <a:t>!ChatGPT Image 2026年6月11日 180508.png
はじめに
個人開発で、国家試験向けの学習アプリを作っています。
対象は、宅建、ITパスポート、情報セキュリティマネジメントなどの資格試験です。
国家試験アプリを作る場合、コード実装だけでなく、仕様書、DB設計、画面設計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Mythos 5・Fable 5 アクセス一時停止：影響と対応策まとめ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https://qiita.com/picnic/items/1e3c86d0d2adfa24103b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2026年6月13日、Anthropic は Claude Mythos 5 および Claude Fable 5 へのアクセスを一時停止したと発表しました。現在、両モデルはステータスページ上で「Monitoring（監視中）」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LlamaIndex×LangGraphで作る「自己修正型エージェントRAG」実装ガイド：複数ソースのクエリ分解とループ制御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https://qiita.com/jjking/items/67cc46b5e38e7efa69f8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📖 この記事は、前回の記事「エージェントRAG（Agentic RAG）導入のための5ステップ：外部知識取り込みとワークフローの設計実践テンプレート」の続編です。
&gt; 前回の内容をさらに深掘り・発展させてお届けします。まだお読みでない方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LLMOps学習でBedrock + Claudeを動かしてみた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https://zenn.dev/yukika/articles/20260613_bedrock_claude_first_step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こんにちは。
最近、LLMOpsに興味を持ち始めました。
Claude Codeはよく触っているのですが、LLMをプログラムから呼び出して使う、みたいなことはやったことがありませんでした。
Bedrockもまともに触ったことがなか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Azure DevOps の全リポジトリを PowerShell で GitHub に一括ミラー移行メモ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https://qiita.com/rex0220/items/1d81d8830f5c4c25c2e0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長らく Azure DevOps でソースコードを管理してきましたが、GitHub へ移行することにしました。きっかけは 生成 AI 系のツールやサービスが、軒並み GitHub を前提とした仕組みになっていた ことです。
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IT運用・自動化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8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「字幕なし動画」はほぼ存在しなかった — n8n＋ローカルWhisperで個人メディアのネタ収集を自動化した話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https://zenn.dev/hanappu3/articles/ba4d191b342544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個人でメディア（ブログや note のような媒体）を続けていて、最初に枯れるのは「書く力」ではなく「ネタ」でした。
何について書くかが尽きれば、更新は止まる。つまり書く力よりも先に、ネタを切らさない仕組みが要る。なのに自分の場合、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エージェントRAG（Agentic RAG）導入のための5ステップ：外部知識取り込みとワークフローの設計実践テンプレート</a:t>
            </a:r>
            <a:r>
              <a:rPr sz="900">
                <a:solidFill>
                  <a:srgbClr val="7F8C8D"/>
                </a:solidFill>
              </a:rPr>
              <a:t>  (2026-06-12)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https://qiita.com/jjking/items/7df1100c823f2e27beca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従来のRAGが直面する2大ボトルネック
従来のRAG（Retrieval-Augmented Generation）は、LLMの知識を補完する強力なアプローチとして広く普及しました。しかし、実務での適用が進むにつれて、以下の「2大制約」とい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未経験エンジニアがAI業務自動化を作って痛感した「AIより先に設計すること」</a:t>
            </a:r>
            <a:r>
              <a:rPr sz="900">
                <a:solidFill>
                  <a:srgbClr val="7F8C8D"/>
                </a:solidFill>
              </a:rPr>
              <a:t>  (2026-06-12)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https://qiita.com/shion4614/items/2520c0f00fab3c79b518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!AI業務自動化ツールのイメージ
はじめに
こんばんは！
最近、プライベートでMacbook proを購入し、遊んでる新人です！
AIエージェントやAI駆動開発の記事がかなり増えています。
自分はまだ未経験エンジニア寄りで、最初からき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74C3C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AIは満面の笑みで嘘をつく｜レシートOCR自動化の沼</a:t>
            </a:r>
            <a:r>
              <a:rPr sz="900">
                <a:solidFill>
                  <a:srgbClr val="7F8C8D"/>
                </a:solidFill>
              </a:rPr>
              <a:t>  (2026-06-12)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74C3C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https://qiita.com/nakanyewest/items/1ad551aaa755af6d8005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1,000枚のレシートと、衝動買いしたスキャナ
新年の抱負は、たいてい一月の第二週で息絶える。わたしの場合は「今年こそレシートを家計につける」だった。気づけば引き出しには、コーヒー一杯から新幹線まで、一年分の生活が感熱紙の上で薄れかけた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LLMエージェント設計パターンのコードリーディングで気づいた品質担保の7原則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https://qiita.com/kuririrn/items/855a1d79848194960f25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書籍「LangChainとLangGraphによるRAG・AIエージェント［実践］入門」のChapter 12に収録されているエージェントシステムの設計パターンのサンプルコードを読み、動作確認しながら学習しました。
各パターン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RTX 4070 (12GB) で vLLM / SGLang をOOMさせず動かす設定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https://qiita.com/Marron-chan/items/9c7e6102d1eda28e39b9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この記事の使い方
前回（Ollamaが遅い？ 1人なら最速、詰まるのは複数人・RAGから ― vLLM / SGLangを見る判断基準）で「複数人・RAG・低レイテンシで詰まったら vLLM / SGLang を見る」と書きました。
今回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Ollamaが遅い？ 1人なら最速、詰まるのは複数人・RAGから ― vLLM / SGLangを見る判断基準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https://qiita.com/Marron-chan/items/ede825e91c740894c197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ローカルLLMを始めるとき、最初に触るのはたいてい Ollama だと思います。
これだけでモデルが落ちてきて、すぐチャットできる。GPUの設定も、量子化の知識も、サーバの起動オプションもいりません。「とりあえずローカルで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BedrockでRAGもAIエージェントも本番導入まで見据えたい開発者にちょうどいい一冊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https://qiita.com/yasu1109/items/b3984d511188b6bd6af5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生成AIアプリを作り始めても、プロンプト調整やデモ実装の先で、どう本番導入へつなげるかが見えにくい。  
そのままだと、RAGやエージェントを試して終わりになり、セキュリティやコスト、改善方法が後追いになりやすいです。  
Amazon 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RAG・検索基盤設計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22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センスの根幹はLLMではなくRAGだった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https://zenn.dev/mofuteq/articles/4b036078c7512d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LLMにセンスを任せない
ファッションの相談を、AIにやらせようとすると、つい「センスのあるAI」を作りたくなります。
この服は良い。
これは微妙。
この組み合わせがおすすめ。
これが今っぽい。
そういう判定をしてくれると、アプリとしては分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LLMは長文を本当に読めているのか？「Lost in the Middle」から考えるRAG設計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https://qiita.com/softbase/items/0916c49303aac080979e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LLMアプリケーションを作っていると、次のような発想になりがちです。
&gt; コンテキストウィンドウが大きいモデルを使えば、とりあえず大量のドキュメントを詰め込めばよいのでは？
しかし、実際にはそう単純ではありません。
LLMには、長い入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【解説】実際の値をもとに、ベクトル化などのRAGの仕組みを根本から理解しましょう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https://qiita.com/miruky/items/c3d6277ff99afb214b19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!RAGの仕組み解説サムネイル.png
はじめに
こんばんは、mirukyです。
生成AIを業務で使おうとすると、かなり高い確率でRAGという言葉に出会います。RAGはRetrieval-Augmented Generationの略で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980B9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日本語RAGに向く中国製オープンソースパーサーはどれか — クロスオーバーだった。BM25ならDeepDoc、denseならMinerU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980B9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5"/>
              </a:rPr>
              <a:t>https://zenn.dev/elvisyao/articles/930a510164a798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中国オープンソースのドキュメントパースを日本語文書で計測するシリーズの最終回です。
英語版（canonical）: https://dev.to/elvisyao007/which-chinese-open-source-parser-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Qiita記事7.7万件をClickHouseに入れてAIエージェントに分析させてみた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https://qiita.com/ktdatascience/items/eff07c425f5b871e819b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Qiitaに記事を書いている人なら、一度はこう思ったことがないでしょうか。「自分の記事、どうしたら伸びるんだろう」と。
私はずっと、これを"なんとなくの肌感"で語るのがイヤでした。「画像は多めがいい」「タイトルは長すぎない方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『バグを直して』で直った。でもコメントは古いままだった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https://qiita.com/NeoSoleil/items/a2825269147e76d70763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AIエージェントは賢いより忠実──だから任せる範囲は人間が決める
結論から書く。AIコーディングエージェントを使っていて最近いちばん考えているのは「どこまで任せるか」だ。AIが賢いかどうかより、こちらがどこに線を引くか。理由は単純で、AI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Codeを今すぐ始めたい（インストールから初期設定方法まで）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https://qiita.com/NakanakaPierrot/items/d5a309c8e0c096aa1f4d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Claude Codeのインストールから初期設定方法について記述しておきます。
参考になれば幸いです。
準備
Claudeを利用するには、まずClaudeのサイトに行ってアカウント登録する必要があります。そしてClaude Codeを利用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2022年に諦めたクイズチャンネルを、Claude Code 5セッションで2026年に動かすまで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https://qiita.com/manchan/items/e504bb8f5c3a32ebe5a8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プロデューサー方式のマルチエージェント分業で、個人開発の動画制作を“録画ボタンを押すだけ”にした話
はじめに
個人開発の動画制作を、AIの分業体制で “録画ボタンを押すだけ” にしました。問題作成・画面開発・録画・編集・アップロード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43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AIエージェント開発・運用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52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Codeが安全装置のフラグで勝手にモデルを切り替えるのを止める——未文書設定 switchModelsOnFlag（既定true）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https://qiita.com/yurukusa/items/74d60654678f8915f50d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会話の途中で勝手にモデルが変わる、その正体
Claude Code を使っていて、こんな経験はないでしょうか。
- セキュリティ調査やデバッグなど、正当な作業を頼んだのに、会話の途中で応答の雰囲気が急に変わった。
- 固定したつもりのモ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N番煎じでOmnigentをWindows(WSL2)から使ってみる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https://qiita.com/isanakamishiro2/items/eb74a98f942e448ebbb2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久しぶりのN番煎じ記事。
はじめに
Databricks社がOSSとしてomnigentを発表しました。
https://omnigent.ai/
Databricks社公式のblogでも案内されています。
https://www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Codeのセッション再開で$342消えた——トークン爆発を防ぐ2つのhook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https://qiita.com/yurukusa/items/7e0b4abcdd13ae322208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セッション再開しただけで$342
GitHub Issueに衝撃的な報告が上がった。
38029——ユーザーがセッションを再開しただけで、65万出力トークンが一瞬で消えた。$342。ユーザーは何も入力していない。再開しただけだ。
「r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439AD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Codeのスキルが自動で発火しない本当の理由——未文書設定 skillListingMaxDescChars(既定1536字)を実機で確かめた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8439AD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https://qiita.com/yurukusa/items/2700b4d67f77220fa618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「スキルを作ったのに自動で起動しない」の本当の原因
Claude Code でスキル(Skills)を自作したのに、いざ会話で関連する作業を頼んでも自動で発火しない。とくに日本語で話しかけると起動しない。こういう経験はないでしょうか。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AI勉強18日目の非エンジニアが、左手デバイスと「絶対開発憲法」でGeminiを専属開発チームにした話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https://qiita.com/ikifuse/items/b6abc32b678daa00746e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---
title: 🚀AI勉強18日目の非エンジニアが、左手デバイスと「絶対開発憲法」でGeminiを専属開発チームにした話【Pixel 6a最強説】
tags:
  - Python
  - Gemini
  - Android
  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株研究を生成AI行うためのプラットフォームを作ってみた</a:t>
            </a:r>
            <a:r>
              <a:rPr sz="900">
                <a:solidFill>
                  <a:srgbClr val="7F8C8D"/>
                </a:solidFill>
              </a:rPr>
              <a:t>  (2026-06-14)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https://qiita.com/belre/items/832e40b7876594437dd0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最新のClaudeモデルを活用して、自分なりの投資テーマや分析を深掘りできるツールを開発しました。現在はテスト段階ですが、アイディアを取り入れて公開を目指したいと考えています。ぜひご意見をください！
https://youtube.com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社内ガイドラインが効かない、情報漏洩は安易な個人AI利用からはじまる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4"/>
              </a:rPr>
              <a:t>https://zenn.dev/syoshida07/articles/baa36522c872e6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2025〜2026年の政府・公的機関の分析では、企業の生成AIガバナンスは「整備は進んだが、遵守は追いついていない」という評価が共通している。
特にデジタル庁(2025)と経産省AI事業者ガイドライン(2026)は、ガイドラインは作っただけ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ほこたて - AI を見抜くプロンプト vs AI っぽさを消すプロンプト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https://qiita.com/e99h2121/items/a3816fef15fe0276afd9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AI を活用しようとするときに、AI で生成 = 手抜き に見えてしまうことが多くあります。スーパーで買った総菜をそのまま食卓で出すのではないように、そう見えないように盛り付けだけでも工夫したい。
そこで AI が生成した文章かどうか判定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生成AI活用の現場実践・他社事例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F8C8D"/>
                </a:solidFill>
              </a:rPr>
              <a:t>※ 他 7 件は JSON アーカイブを参照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Sayane Chrome Extensionで始める：LLMの言葉を文脈候補として持ち帰る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https://zenn.dev/tomyuk/articles/sayane-02-chrome-extension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はじめに：ブラウザはLLM利用の現場になった
ChatGPT、Claude、Gemini、DeepSeek、Open WebUI。LLMとの対話の多くはブラウザ上で起きています。私たちはブラウザの中で、文章を考え、コードの方針を相談し、自分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【コラム】現場で実際に経験してわかる、AIの精度を上げる難しさ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https://qiita.com/riku1220/items/384048a31d63e22b46b3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今回は解説記事ではなく、コラム的な内容です
AIの精度を上げる難しさや、その要因となりうる事象について話せればと思います
今なにをしているのか
現在の案件で僕は、クレジットカードの不正検知AIのさらなる精度向上を実現するために、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【検証】新型LLM「fable-5」にW杯2026の優勝予測をさせたら、答え方が一流だった</a:t>
            </a:r>
            <a:r>
              <a:rPr sz="900">
                <a:solidFill>
                  <a:srgbClr val="7F8C8D"/>
                </a:solidFill>
              </a:rPr>
              <a:t>  (2026-06-12)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https://qiita.com/mguozhen/items/07f5634c1f81c5c26d06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2026年W杯（北中米大会）が本日開幕しました。48チーム・104試合、史上最大規模です。
最近切り替えたばかりの新型モデル fable-5 に、最も誤魔化しの効かないタスクを与えてみました——優勝チームの予測です。1ヶ月後に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7AE60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Antigravity IDEでバイブコーディングを試してみた：非エンジニアでも集計ツールが作れるか検証</a:t>
            </a:r>
            <a:r>
              <a:rPr sz="900">
                <a:solidFill>
                  <a:srgbClr val="7F8C8D"/>
                </a:solidFill>
              </a:rPr>
              <a:t>  (2026-06-12)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7AE60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https://qiita.com/dev-kokado/items/4bf9a033287ec50db9f5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こんにちは！株式会社DearOneの小門です。
バックエンドのチームで、主にタスクや人の管理、システムの保守とかをやってます。
はじめに
最近バイブコーディングなるものが流行っているため、自分でもやってみようかなと思い、
Antigr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(1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Fable 5/Mythos 5が輸出規制で全停止、Opus 4.8への移行対応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2"/>
              </a:rPr>
              <a:t>https://qiita.com/picnic/items/fc6cf825cf91bc2c87d0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はじめに
2026年6月12日、米国政府が Claude Fable 5 および Claude Mythos 5 に対する輸出規制（export control）指令を発令しました。Anthropicはこれを受けて両モデルへの全アクセスを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AIが書いたコード、そのままコミットして大丈夫? 無料CLIで30秒セキュリティチェック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https://qiita.com/pythonista0328/items/b1db2660cba53475b20c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結論
AIが生成したコードは、ほんの数行で  がいくつも並ぶことが珍しくない。直書きの鍵、SSL検証の無効化、シェルへの素通し——「動くサンプル」の顔をして、危険なコードが量産されていく。
この記事では、AI生成コードを繰り返しスキャン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国家試験アプリ開発でChatGPT Plusをどう使うか整理してみた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https://qiita.com/yoppy1256/items/230f69a1374736957158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!ChatGPT Image 2026年6月11日 180508.png
はじめに
個人開発で、国家試験向けの学習アプリを作っています。
対象は、宅建、ITパスポート、情報セキュリティマネジメントなどの資格試験です。
国家試験アプリ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公開3日で全停止 — Anthropic Fable 5 / Mythos 5 が米輸出規制指令で止まった経緯を一次ソースで整理する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https://qiita.com/sa-san/items/7d71e8722d11368bcbb9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:::note info
この記事は Zenn にも投稿しています → https://zenn.dev/satoyoshi/articles/anthropic-fable5-mythos5-halt
最新の更新は Zenn 側を正として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AIガバナンス・セキュリティ・社内ルール　記事一覧　(2 /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Claude Fable 5 はどんなコーディング特性だったのか——Opus 4.8 と統計的に比較した記録（オトナの自由研究 #26）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93799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[Zenn]  </a:t>
            </a:r>
            <a:r>
              <a:rPr sz="800">
                <a:solidFill>
                  <a:srgbClr val="5DADE8"/>
                </a:solidFill>
                <a:hlinkClick r:id="rId2"/>
              </a:rPr>
              <a:t>https://zenn.dev/nnakapa/articles/lab-26-fable5-opus48-coding-traits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35601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!
Claude Fable 5 は現在使えません。Anthropic の発表によれば、この試行を終えた直後の 2026-06-12（米国時間）、Fable 5 は米国政府の輸出管理指令への対応として利用できなくなり、代替モデルの提供もない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62855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Anthropicが初のMythos級モデル「Claude Fable 5」を一般公開——“過去最強”、ただしサイバー能力は封印</a:t>
            </a:r>
            <a:r>
              <a:rPr sz="900">
                <a:solidFill>
                  <a:srgbClr val="7F8C8D"/>
                </a:solidFill>
              </a:rPr>
              <a:t>  (2026-06-13)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32526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3"/>
              </a:rPr>
              <a:t>https://qiita.com/quotidia/items/93d15444372d79d05246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74329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&gt; 本記事は筆者が運営する AI Quotidia (ai.quotidia.jp) の海外ニュース解説記事です。
&lt;strong&gt;Anthropic（アンソロピック）は2026年6月9日、初のMythos級AIモデル「Claude 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01582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Google Vault で Gemini アプリの会話を保持する設計判断</a:t>
            </a:r>
            <a:r>
              <a:rPr sz="900">
                <a:solidFill>
                  <a:srgbClr val="7F8C8D"/>
                </a:solidFill>
              </a:rPr>
              <a:t>  (2026-06-12)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71253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4"/>
              </a:rPr>
              <a:t>https://qiita.com/drasenas/items/1f26e9bfd920cbbe1c0a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13056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2025年2月に Google Vault がスタンドアロンの Gemini アプリの会話データに対応し、2026年6月には保持ルールと訴訟ホールドが正式に追加されました。この記事では、Vault の Gemini 対応範囲と、コンプライア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040309"/>
            <a:ext cx="11430000" cy="5696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E67E22"/>
                </a:solidFill>
              </a:rPr>
              <a:t>▶ </a:t>
            </a:r>
            <a:r>
              <a:rPr sz="1200" b="1">
                <a:solidFill>
                  <a:srgbClr val="FFFFFF"/>
                </a:solidFill>
              </a:rPr>
              <a:t>建設コンサル向けに「ローカルAIナレッジ検索・報告書支援」の構想を練ってみた - その１-</a:t>
            </a:r>
            <a:r>
              <a:rPr sz="900">
                <a:solidFill>
                  <a:srgbClr val="7F8C8D"/>
                </a:solidFill>
              </a:rPr>
              <a:t>  (2026-06-11)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09981"/>
            <a:ext cx="11155680" cy="3418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E67E22"/>
                </a:solidFill>
              </a:rPr>
              <a:t>[Qiita]  </a:t>
            </a:r>
            <a:r>
              <a:rPr sz="800">
                <a:solidFill>
                  <a:srgbClr val="5DADE8"/>
                </a:solidFill>
                <a:hlinkClick r:id="rId5"/>
              </a:rPr>
              <a:t>https://qiita.com/rino_yume/items/24b5e713770cd2a84877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51783"/>
            <a:ext cx="11155680" cy="427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7F8C8D"/>
                </a:solidFill>
              </a:rPr>
              <a:t>建設コンサル向けに「ローカルAIナレッジ検索・報告書支援」の構想を練ってみた - その１-
はじめに
建設コンサルタント業務では、過去報告書、仕様書、技術基準、ガイドライン、Excelの条件表、GIS関連資料、その他参考資料など、参照す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(1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情報過多な時代に、そっと背中を押す「AIタロット」が生まれるまで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https://qiita.com/senle1024/items/e623fc3a350bf4d5fb98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2026/06/14 今日のQiitaトレンド記事をポッドキャストで聴こう！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https://qiita.com/ennagara128/items/d4dcd97dfeca39f884cb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AIで対応速度を上げる前に、問い合わせ対応品質を測るシートをGASで作る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https://qiita.com/Miraigent/items/371c99187f8c92aedbfe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フロリダ州のOpenAI提訴をどう読むか：「公式コメント」と「法的な反論予想」を分けて考える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https://qiita.com/mhamadajp/items/34b95ac1d9126a10ec2e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New Brunswick woman sues OpenAI, alleging ChatGPT led to daughter's death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https://www.cbc.ca/news/canada/new-brunswick/sue-open-ai-suicide-chat-gpt-9.7234…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Introduction to (Multimodal) LLM-as-a-Judge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https://yinghonglan.substack.com/p/introduction-to-multimodal-llm-as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静的キャッシュからPoWの反撃、多層防御からLLMへの毒入れまで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https://qiita.com/faliye/items/667f79e125023ef3d977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Story of How Im Running an Unlimited $6/Month AI Provider on 4x RTX 3090s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https://news.ycombinator.com/item?id=48524387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 API 最新動向まとめ：Fable 5登場・モデル廃止・破壊的変更を完全解説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https://qiita.com/picnic/items/ed4312c9a468f9d9e6c7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良いOSSを作っても誰にも届かない問題をClaudeスキルで解決する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https://qiita.com/takurot/items/0574e9bec16df8f2fba2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第0回LLMロボット作成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https://qiita.com/sshh00330077/items/60c137f6e903170586fe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圏論で学習を組み立て直す ── Compositional Learning 入門：Backprop as Functor と「学習を部品から組み立て…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https://qiita.com/etale_cohomology/items/bd3d618233da937aac2e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(2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Making Claude a Chemist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https://www.anthropic.com/research/making-claude-a-chemist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【Claude】Claude Design × Canva でデジタル名刺に表示する画像を作る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https://qiita.com/ryu-ki/items/611daea62cab71359bae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【AI検証】Codex同士の敵対的バグ注入を1240サンプル試したら、攻撃側の完敗だった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https://qiita.com/ken_aizawa/items/edff1a55d7fceb2d6f3a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AIモデルが「輸出管理」で止まるとはどういうことか。Fable 5停止を技術者目線で噛み砕く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https://qiita.com/Rapls/items/cade8e2d17070758776a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初心者の壁⑮ Flutter（Dart）のStateとクラスについて学ぶ　その３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https://qiita.com/KyokoCow/items/137a84520b0be5c79e43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ローカルLLM(Ollama)をMAUIアプリから呼び出してみた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https://qiita.com/pyo2102/items/6b61a7ddc88a2139fb4a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セルフホストLLMとオンラインLLM APIの価格差とスピード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https://qiita.com/leolui2004/items/7d39212b54ec12f4e63c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拝啓 AI様 「人類」を主語にして話すのはやめてください。敬具 人類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https://qiita.com/tomoki-miso/items/3a7352dea05f380c38fa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AIの返事を「必ずJSON」にする——Claude構造化出力入門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https://zenn.dev/shun_producer/articles/claude-structured-outputs-beginner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Gradient Surgery for Multi-Task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https://zenn.dev/oyatomo/articles/6da8bc0d7900cd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XGBoostの牙城は崩れるか――テーブル基盤モデル「TabPFN」の実力と限界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https://qiita.com/Yushi88/items/da84f10fe6e5776be7fd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AIとかんたんな謎解き風サイトを作ってみる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https://qiita.com/omuraisu02/items/90ba6907578303fd61d5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(3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多層プロンプトスキーマ（Hierarchical Prompt Schema）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https://zenn.dev/yoshi_katakura/articles/3b1952f0096a64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AIが急に忘れる・雑になるの正体を、/context を実測して片付けた話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https://qiita.com/Rapls/items/f6b0ec285f2c72f9fe75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LLMの出力を簡単に評価できるPythonライブラリを作りました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https://qiita.com/swoswoyuu1156/items/60423dd939a483347c5c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ニューラルネットワークは FizzBuzz を「理解」できるのか――未知の桁数への外挿実験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https://zenn.dev/mantis_ryuji/articles/fizz-buzz-exp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Claude Fable 5 / Mythos 5 が外国アクセス遮断 — 何が起きたか・対象モデル・読者の実害と対処の要点まとめ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https://qiita.com/quotidia/items/3483fc38818881894d22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Fable 5が米政府の指令で止まった——何が起きて、いつ戻りそうか（6/13時点の続報）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https://qiita.com/sutaminajing40/items/633f621f3bbda5415cdd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ローカルLLM × 自作ギャル声で雑談CLIを作ったのでおしゃべりしてみた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https://zenn.dev/koizumiiiii/articles/3a566668b65b03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Ollama(オラマ)で月額0円のローカルLLM環境を構築してみた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https://zenn.dev/phinata/articles/ollama-local-llm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DiffusionGemmaの「生成途中の揺らぎ」で概念の矛盾を測る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https://zenn.dev/tesla/articles/9e618eb27c01ff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AI居酒屋：LLMと愚痴りながら学習しよう（敬語編）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https://qiita.com/taimonya/items/82f096605c80c1a475bb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`claude-fable-5` が一晩で404になった日：モデルID固定をやめて退避ルートを設計する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https://zenn.dev/hironakamura_ai/articles/1a6f1ff1157ab5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AIタロット占いアプリを作ったら、AIが想像以上のポエマーだった話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https://zenn.dev/chiaki25/articles/284cd8afb8d1ce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(4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OpenAIとAnthropicが2026年6月12日に発表した内容から、企業のAI導入に必要な要素を整理します。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https://zenn.dev/kenta_kadowaki/articles/56d3a502356202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【NotebookLM × Google Colab】最新AIニュースから2人掛け合いの英語ポッドキャストを完全自動生成するロードマップ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https://qiita.com/maskot1977/items/28e9a6089c4cc1f6cd9c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初心者の壁⑭ Flutter（Dart）のStateとクラスについて学ぶ　その２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https://qiita.com/KyokoCow/items/d4166e770994805c0bc2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バックテストで作った「回収率118%」がフォワードテストで崩れた話 — 個人開発の競馬予想MLで観測した4つの構造劣化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https://qiita.com/umascore/items/2eb5854b5bd12f45e0f6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説明を見て終わりにしないXAI：Right for the Right Reasonsを読む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https://qiita.com/kkacha624/items/b00844d5497b9cb85f8e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【祝★W杯開幕】エンジニアならFIFAワールドカップ2026もデータで見たいよね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https://qiita.com/shinkai_/items/64bc3124b270a7dc8d25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中国製ドキュメントパーサーは日本語PDFで実際に使えるのか — 計測したら答えは「フォント経路次第」だった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https://zenn.dev/elvisyao/articles/7262f517a997c9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建設コンサル向けに「ローカルAIナレッジ検索・報告書支援」の設計書作成をAIにお願いしたら - その２-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https://qiita.com/rino_yume/items/88f358f574c6ff86f760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Midnight AI Groove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https://qiita.com/masykot582/items/d3e61fa89e2c35de222c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なぜ3D CADは普及したのにAIは普及しないのか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https://qiita.com/massy0123/items/13e5873565710b733dbd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約10万字！一歩踏み込むChat Bot実装：Web組み込みと実戦的アプローチ【ハンズオン】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https://zenn.dev/memolab/books/9ec49eab44fa0c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AIにソースコードを読ませる前に「地図」を渡すためのツール群を作ってみた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https://qiita.com/tanoue2715/items/620595f92f108d920c48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(5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AI編集部ログ分析報告書：育ったのはAIではなく、編集部だった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https://zenn.dev/continuitymodel/articles/63f090e6e84d8b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負担は誰が払い、利益は誰が得るのか？― 中間層・人材育成・移民政策を構造から考える : Pythonで学ぶ マクロ経済学入門 (89)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https://qiita.com/maskot1977/items/d01ec530f959322082f4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AWS DEA-C01とMLA-C01に合格しました。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https://qiita.com/yuto0622/items/beffb89b9d69908d4591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LLMチャットでキャラクター一貫性を保つプロンプト構造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https://qiita.com/aigirlfriendmedia/items/7cc9418bb4db29534d1c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NotebookLMに資料を学習させて、Geminiと壁打ち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https://qiita.com/YKVKDX12/items/0846a206398b7343f3dc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クオンツトレードに最適な生成AIはどれか？ ― Claude Fable5 / GPT 5.5 Pro / GPT 5.5 High をUSDJPY戦…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https://qiita.com/tikeda123/items/63e6882cacadbdce1bc4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 PlusのProjectsだけでプログラミング言語を作り始めて早7週間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https://zenn.dev/tkithrta/articles/0675acc0ced326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Antigravity 2.0 CLI 使ってみた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https://qiita.com/saikoukiroku/items/6df37d0e3c4eeb153c3d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ローカルLLMのベンチマークが全モデル満点を出した。それがこのプロジェクトで最も有用な失敗だった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https://zenn.dev/elvisyao/articles/bef9e76aaa9bb0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あなたのAIに自己はない。けれどRLHFは、演じるための自己を与えた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https://qiita.com/dosanko_tousan/items/e60104f6064c6214baa9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Postgresで足りるところ、ClickHouseに逃がすところ。AIアプリのDB分担メモ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https://qiita.com/harupython/items/5134b1e4a1e961b39acf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【自己紹介】Google Cloud資格13冠のサウナ好きエンジニアが、Qiitaを始めます。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https://qiita.com/sauna_daisuki_engineer/items/5c702ac06dad4d3023b7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(6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Gemma 4 12B:エンコーダを捨てたマルチモーダルAIを16GBノートPCで動かす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https://qiita.com/Yushi88/items/6e0c4cc66e7d35df36b9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DiffusionGemma：拡散ベースで並列テキスト生成する新しいGemmaモデル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https://qiita.com/picnic/items/f746c8941eaea20a7ad3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最尤推定（MLE）の仕組みと実装：パラメータ推定の核心を数式とPythonで理解する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https://qiita.com/ai_lab_datascientist/items/c59cfc95dfda6f318028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[HackerNews]  </a:t>
            </a:r>
            <a:r>
              <a:rPr sz="1000" b="1">
                <a:solidFill>
                  <a:srgbClr val="CCDDEE"/>
                </a:solidFill>
              </a:rPr>
              <a:t>Show HN: I am building a map of people who lived in the Roman Empire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https://new.roman-names.com/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# 所有の民主化 — AI を開く、もう一つの戦線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https://qiita.com/yoshiyakato/items/7f7ecc8c1867ace9e6f4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BigQuery AI関数の分類と利用時の注意点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https://qiita.com/suzutatsu/items/27a8102ddcd2f4bd2d64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Google動画生成モデル3つを定性比較してみた（Veo 3.1 Quality / Fast / Omni Flash）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https://qiita.com/Yumekawa-chan/items/7e59b9fb198237393351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Geminiはノークレーム、Claudeはクレームあり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https://zenn.dev/yamamvra/articles/cd99bc7c1806cc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Claude Fable 5 公開——「Opus の上」に来た新ティアは GPT-5.5 と何が違うのか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https://zenn.dev/kakuremi/articles/claude-fable-5-vs-gpt-5-5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増便しても29人！それでも那智勝浦の鉄路を救う次の一手を、生成AIで比較検証する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https://zenn.dev/syoshida07/articles/f2cb66aff498a1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AI家庭教師を3つ並べて採点した話——Gemini・ChatGPT・Claude、目的別に使い分けるのが正解だった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https://zenn.dev/dbcat/articles/289cca974e9350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AIプロンプトを保存・管理するChrome拡張の作り方：PromptStash開発記録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https://qiita.com/ktg0215/items/c5f7980ca3c744c163c5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(7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Moodle 4.5にChatGPT（OpenAI API）を連携してAI機能を使う方法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https://zenn.dev/rublix/articles/faea285063637c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議事録に乗らない空気間をAmiVoice APIで可視化してみた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https://zenn.dev/tukurugi_v/articles/e2b58da46c5ba3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08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kintone 検索AIをもう一段“自分達専用”に ── フィールド選択とプロンプトの6つのコツ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23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4"/>
              </a:rPr>
              <a:t>https://qiita.com/yassan_scai/items/798bc64dba9de3805023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37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今週のAIニュース（2026-06-08週）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51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5"/>
              </a:rPr>
              <a:t>https://zenn.dev/outloukick777/articles/ai-news-2026-06-08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7660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ChatGPT Apps で美容ECサイトAIコンシェルジュを作ってみる - with YouCamAPI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803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6"/>
              </a:rPr>
              <a:t>https://zenn.dev/rick2200/articles/52a269e6c52ff0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1946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LLM記述構文"MARI" Tips: サンプルプロンプトの実行例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089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7"/>
              </a:rPr>
              <a:t>https://qiita.com/otoyo0318/items/be6d2ac4977e1ddf5071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6233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長い ChatGPT 会話を3秒で引き継ぐ蒸留テンプレ ── 全部覚えさせると AI は鈍る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376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8"/>
              </a:rPr>
              <a:t>https://qiita.com/dosanko_tousan/items/af69341044e2ee642d3f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0519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【試してみた】AIへのプロンプト、日本語変換やめて「ローマ字で殴る」と最高だった話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662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9"/>
              </a:rPr>
              <a:t>https://qiita.com/sutaminajing40/items/6b90e1a9358e98712c73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480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StableDiffusionでLoraを使う（コードから使う）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94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0"/>
              </a:rPr>
              <a:t>https://zenn.dev/mlboydaisuke/articles/e56291d606e61348ff27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909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【脱・お祈りプロンプト】LLMの処理系から逆算したアセンブラ的記述構文「MARI」の提案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23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1"/>
              </a:rPr>
              <a:t>https://qiita.com/otoyo0318/items/d115b314f2e4673f0590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33781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[Qiita]  </a:t>
            </a:r>
            <a:r>
              <a:rPr sz="1000" b="1">
                <a:solidFill>
                  <a:srgbClr val="CCDDEE"/>
                </a:solidFill>
              </a:rPr>
              <a:t>同一画像＆プロンプトでI2V比較｜PixAI・Vidu AI・Runwayで分割生成と連続生成をレビュー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55212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2"/>
              </a:rPr>
              <a:t>https://qiita.com/Sato-310/items/8d565980fbaa5777d30e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76643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AIが詐欺師に『かんぴょう巻き？』と言い始めた話——Claude Artifactで詐欺電話撃退デモアプリを20分で作った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074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13"/>
              </a:rPr>
              <a:t>https://zenn.dev/miki_mini/articles/f5a0b85f84bbd6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C3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8872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その他の記事　(8 / 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自然言語によるLiveness Probe：/LPプロトコルを用いたAPI主導のLLM動的デバッグとセッション管理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65872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2"/>
              </a:rPr>
              <a:t>https://zenn.dev/nozmat/articles/e414ab808ebc1e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80185"/>
            <a:ext cx="1143000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7F8C8D"/>
                </a:solidFill>
              </a:rPr>
              <a:t>[Zenn]  </a:t>
            </a:r>
            <a:r>
              <a:rPr sz="1000" b="1">
                <a:solidFill>
                  <a:srgbClr val="CCDDEE"/>
                </a:solidFill>
              </a:rPr>
              <a:t>普通の写真を一瞬で爆笑＆ノスタルジックな思い出に変える最強AIプロンプト3選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4497"/>
            <a:ext cx="11155680" cy="214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DADE8"/>
                </a:solidFill>
                <a:hlinkClick r:id="rId3"/>
              </a:rPr>
              <a:t>https://zenn.dev/saturday/articles/97f0f577d40e14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