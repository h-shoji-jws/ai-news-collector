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i_kou/items/0675574732987a14c6cf" TargetMode="External"/><Relationship Id="rId3" Type="http://schemas.openxmlformats.org/officeDocument/2006/relationships/hyperlink" Target="https://news.ycombinator.com/item?id=49532209" TargetMode="External"/><Relationship Id="rId4" Type="http://schemas.openxmlformats.org/officeDocument/2006/relationships/hyperlink" Target="https://qiita.com/Yuliia/items/4b9aae9e380f5a99ec7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yukihayama/articles/preview-rag-guide" TargetMode="External"/><Relationship Id="rId3" Type="http://schemas.openxmlformats.org/officeDocument/2006/relationships/hyperlink" Target="https://zenn.dev/headwaters/articles/213f43dbf9a484" TargetMode="External"/><Relationship Id="rId4" Type="http://schemas.openxmlformats.org/officeDocument/2006/relationships/hyperlink" Target="https://zenn.dev/yuninaka/articles/zenn-graph-rag-ocr-integr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c0f5b86dfb8a3106cbaf" TargetMode="External"/><Relationship Id="rId3" Type="http://schemas.openxmlformats.org/officeDocument/2006/relationships/hyperlink" Target="https://qiita.com/simoyama2323/items/06f04484f81975f4c7e7" TargetMode="External"/><Relationship Id="rId4" Type="http://schemas.openxmlformats.org/officeDocument/2006/relationships/hyperlink" Target="https://qiita.com/kai_kou/items/2b73b8e4b91b11a21a6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iri_ai/items/d11fc1ea28631b76adb4" TargetMode="External"/><Relationship Id="rId3" Type="http://schemas.openxmlformats.org/officeDocument/2006/relationships/hyperlink" Target="https://qiita.com/lianglixiong888/items/c737ff67d5a9036a3752" TargetMode="External"/><Relationship Id="rId4" Type="http://schemas.openxmlformats.org/officeDocument/2006/relationships/hyperlink" Target="https://qiita.com/masataka55/items/71e90fd935498dfb2fe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ockka/items/fa2e3ca09d33f8a9da5d" TargetMode="External"/><Relationship Id="rId3" Type="http://schemas.openxmlformats.org/officeDocument/2006/relationships/hyperlink" Target="https://zenn.dev/taka4/articles/1ff69091c5dbb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i_kou/items/0675574732987a14c6cf" TargetMode="External"/><Relationship Id="rId3" Type="http://schemas.openxmlformats.org/officeDocument/2006/relationships/hyperlink" Target="https://news.ycombinator.com/item?id=49532209" TargetMode="External"/><Relationship Id="rId4" Type="http://schemas.openxmlformats.org/officeDocument/2006/relationships/hyperlink" Target="https://qiita.com/Yuliia/items/4b9aae9e380f5a99ec78" TargetMode="External"/><Relationship Id="rId5" Type="http://schemas.openxmlformats.org/officeDocument/2006/relationships/hyperlink" Target="https://zenn.dev/clopy/articles/claude-restricted-mode-drops-project-hook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rata_n/items/ef03580cdb75d2996ea9" TargetMode="External"/><Relationship Id="rId3" Type="http://schemas.openxmlformats.org/officeDocument/2006/relationships/hyperlink" Target="https://qiita.com/picnic/items/1011817e666cf68adcd9" TargetMode="External"/><Relationship Id="rId4" Type="http://schemas.openxmlformats.org/officeDocument/2006/relationships/hyperlink" Target="https://zenn.dev/talks_tldr_jp/articles/tldr09-karpathy-nopriors-summary" TargetMode="External"/><Relationship Id="rId5" Type="http://schemas.openxmlformats.org/officeDocument/2006/relationships/hyperlink" Target="https://zenn.dev/keisuke1306/articles/05-ai-driven-dev-retrospectiv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yukihayama/articles/preview-rag-guide" TargetMode="External"/><Relationship Id="rId3" Type="http://schemas.openxmlformats.org/officeDocument/2006/relationships/hyperlink" Target="https://zenn.dev/headwaters/articles/213f43dbf9a484" TargetMode="External"/><Relationship Id="rId4" Type="http://schemas.openxmlformats.org/officeDocument/2006/relationships/hyperlink" Target="https://zenn.dev/yuninaka/articles/zenn-graph-rag-ocr-integration" TargetMode="External"/><Relationship Id="rId5" Type="http://schemas.openxmlformats.org/officeDocument/2006/relationships/hyperlink" Target="https://zenn.dev/knowledgesense/articles/ad123283bdea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datarobotjp/articles/8cf3edaac5c9b5" TargetMode="External"/><Relationship Id="rId3" Type="http://schemas.openxmlformats.org/officeDocument/2006/relationships/hyperlink" Target="https://zenn.dev/yushiyamamoto/articles/vector-database-beginner-2026-07" TargetMode="External"/><Relationship Id="rId4" Type="http://schemas.openxmlformats.org/officeDocument/2006/relationships/hyperlink" Target="https://qiita.com/orangist/items/227d452fa933fe15dcfd" TargetMode="External"/><Relationship Id="rId5" Type="http://schemas.openxmlformats.org/officeDocument/2006/relationships/hyperlink" Target="https://zenn.dev/karometo91/articles/936e01fe04bad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c0f5b86dfb8a3106cbaf" TargetMode="External"/><Relationship Id="rId3" Type="http://schemas.openxmlformats.org/officeDocument/2006/relationships/hyperlink" Target="https://qiita.com/simoyama2323/items/06f04484f81975f4c7e7" TargetMode="External"/><Relationship Id="rId4" Type="http://schemas.openxmlformats.org/officeDocument/2006/relationships/hyperlink" Target="https://qiita.com/kai_kou/items/2b73b8e4b91b11a21a6c" TargetMode="External"/><Relationship Id="rId5" Type="http://schemas.openxmlformats.org/officeDocument/2006/relationships/hyperlink" Target="https://qiita.com/mesaka/items/71f98877c35e77cc3af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zuhisaFujita/items/4a217101566f233ad3d0" TargetMode="External"/><Relationship Id="rId3" Type="http://schemas.openxmlformats.org/officeDocument/2006/relationships/hyperlink" Target="https://qiita.com/fukumuraryota0724/items/84cf1148476b43554add" TargetMode="External"/><Relationship Id="rId4" Type="http://schemas.openxmlformats.org/officeDocument/2006/relationships/hyperlink" Target="https://qiita.com/okssusucha/items/ed495a1a7fe38b9812b1" TargetMode="External"/><Relationship Id="rId5" Type="http://schemas.openxmlformats.org/officeDocument/2006/relationships/hyperlink" Target="https://qiita.com/homhom44/items/e7c167de1681317568b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iri_ai/items/d11fc1ea28631b76adb4" TargetMode="External"/><Relationship Id="rId3" Type="http://schemas.openxmlformats.org/officeDocument/2006/relationships/hyperlink" Target="https://qiita.com/lianglixiong888/items/c737ff67d5a9036a3752" TargetMode="External"/><Relationship Id="rId4" Type="http://schemas.openxmlformats.org/officeDocument/2006/relationships/hyperlink" Target="https://qiita.com/masataka55/items/71e90fd935498dfb2fe9" TargetMode="External"/><Relationship Id="rId5" Type="http://schemas.openxmlformats.org/officeDocument/2006/relationships/hyperlink" Target="https://zenn.dev/aco_dog/books/gpt-sovits-voice-train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vivinko/items/3c5f5493c2379b4774b3" TargetMode="External"/><Relationship Id="rId3" Type="http://schemas.openxmlformats.org/officeDocument/2006/relationships/hyperlink" Target="https://zenn.dev/okssusucha/articles/20260714-google-tabfm-zero-shot-tabular-foundation" TargetMode="External"/><Relationship Id="rId4" Type="http://schemas.openxmlformats.org/officeDocument/2006/relationships/hyperlink" Target="https://qiita.com/shrrdaisuke/items/4bac33390208d707bae2" TargetMode="External"/><Relationship Id="rId5" Type="http://schemas.openxmlformats.org/officeDocument/2006/relationships/hyperlink" Target="https://zenn.dev/automate/articles/gas-ai-api-integration-1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ockka/items/fa2e3ca09d33f8a9da5d" TargetMode="External"/><Relationship Id="rId3" Type="http://schemas.openxmlformats.org/officeDocument/2006/relationships/hyperlink" Target="https://zenn.dev/taka4/articles/1ff69091c5dbb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oshisen/items/60066d048cc2e7bf71cf" TargetMode="External"/><Relationship Id="rId3" Type="http://schemas.openxmlformats.org/officeDocument/2006/relationships/hyperlink" Target="https://qiita.com/Sato-310/items/beb48b29423ce9805d53" TargetMode="External"/><Relationship Id="rId4" Type="http://schemas.openxmlformats.org/officeDocument/2006/relationships/hyperlink" Target="https://qiita.com/Tsutomu_eng/items/b06b54bc97e49f8965eb" TargetMode="External"/><Relationship Id="rId5" Type="http://schemas.openxmlformats.org/officeDocument/2006/relationships/hyperlink" Target="https://qiita.com/rhemmi/items/354ca7c1a465675f66d6" TargetMode="External"/><Relationship Id="rId6" Type="http://schemas.openxmlformats.org/officeDocument/2006/relationships/hyperlink" Target="https://qiita.com/jiliphilti/items/6f84f7f4ea0341cfad38" TargetMode="External"/><Relationship Id="rId7" Type="http://schemas.openxmlformats.org/officeDocument/2006/relationships/hyperlink" Target="https://qiita.com/masykot582/items/401b56ecf4d0ff58d3f5" TargetMode="External"/><Relationship Id="rId8" Type="http://schemas.openxmlformats.org/officeDocument/2006/relationships/hyperlink" Target="https://qiita.com/mennt/items/beb1318fb9e9f5bbb7d7" TargetMode="External"/><Relationship Id="rId9" Type="http://schemas.openxmlformats.org/officeDocument/2006/relationships/hyperlink" Target="https://qiita.com/hironakamura_ai/items/bee9bfe99b804e940a87" TargetMode="External"/><Relationship Id="rId10" Type="http://schemas.openxmlformats.org/officeDocument/2006/relationships/hyperlink" Target="https://qiita.com/maikitakeda_persol/items/95eacfeaaff376c29288" TargetMode="External"/><Relationship Id="rId11" Type="http://schemas.openxmlformats.org/officeDocument/2006/relationships/hyperlink" Target="https://qiita.com/nolanlover0527/items/1c95e374a543ff357c13" TargetMode="External"/><Relationship Id="rId12" Type="http://schemas.openxmlformats.org/officeDocument/2006/relationships/hyperlink" Target="https://lws.io/blog/claude-dot-md/" TargetMode="External"/><Relationship Id="rId13" Type="http://schemas.openxmlformats.org/officeDocument/2006/relationships/hyperlink" Target="https://www.1dial.ai/"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yysyyan/items/962fb3fcc49d78cad874" TargetMode="External"/><Relationship Id="rId3" Type="http://schemas.openxmlformats.org/officeDocument/2006/relationships/hyperlink" Target="https://zenn.dev/eques_blog/articles/4872d0e1da4f9c" TargetMode="External"/><Relationship Id="rId4" Type="http://schemas.openxmlformats.org/officeDocument/2006/relationships/hyperlink" Target="https://qiita.com/TOAI/items/87be7bf37f0705147ed0" TargetMode="External"/><Relationship Id="rId5" Type="http://schemas.openxmlformats.org/officeDocument/2006/relationships/hyperlink" Target="https://zenn.dev/c_a_p_engineer/articles/praising-ai-context-memory-rlhf" TargetMode="External"/><Relationship Id="rId6" Type="http://schemas.openxmlformats.org/officeDocument/2006/relationships/hyperlink" Target="https://qiita.com/ariera/items/61df93de01079a5e62ab" TargetMode="External"/><Relationship Id="rId7" Type="http://schemas.openxmlformats.org/officeDocument/2006/relationships/hyperlink" Target="https://qiita.com/tudou527/items/db075cc0f3924f416fc9" TargetMode="External"/><Relationship Id="rId8" Type="http://schemas.openxmlformats.org/officeDocument/2006/relationships/hyperlink" Target="https://qiita.com/maskot1977/items/93e5b63cbf52c425459e" TargetMode="External"/><Relationship Id="rId9" Type="http://schemas.openxmlformats.org/officeDocument/2006/relationships/hyperlink" Target="https://www.baseten.co/blog/the-efficient-frontier-of-llm-inference/" TargetMode="External"/><Relationship Id="rId10" Type="http://schemas.openxmlformats.org/officeDocument/2006/relationships/hyperlink" Target="https://qiita.com/ohden_indie/items/6bb0d30d13a44ec2d793" TargetMode="External"/><Relationship Id="rId11" Type="http://schemas.openxmlformats.org/officeDocument/2006/relationships/hyperlink" Target="https://zenn.dev/ainewsdaily/articles/20260830_codex_t1" TargetMode="External"/><Relationship Id="rId12" Type="http://schemas.openxmlformats.org/officeDocument/2006/relationships/hyperlink" Target="https://zenn.dev/asatohan/articles/a1543f4fd5c6ef" TargetMode="External"/><Relationship Id="rId13" Type="http://schemas.openxmlformats.org/officeDocument/2006/relationships/hyperlink" Target="https://qiita.com/siruku6/items/d1b1f894dd77018c755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ynthorai/items/393badf192243df1b7c1" TargetMode="External"/><Relationship Id="rId3" Type="http://schemas.openxmlformats.org/officeDocument/2006/relationships/hyperlink" Target="https://zenn.dev/xmichinokux/articles/55474b4728fef6" TargetMode="External"/><Relationship Id="rId4" Type="http://schemas.openxmlformats.org/officeDocument/2006/relationships/hyperlink" Target="https://zenn.dev/every_ai_recipe/articles/ai-worst-idea-cost-cutting" TargetMode="External"/><Relationship Id="rId5" Type="http://schemas.openxmlformats.org/officeDocument/2006/relationships/hyperlink" Target="https://hnmatchmaker.com/" TargetMode="External"/><Relationship Id="rId6" Type="http://schemas.openxmlformats.org/officeDocument/2006/relationships/hyperlink" Target="https://zenn.dev/ai_chi/articles/cee2081ac9255a" TargetMode="External"/><Relationship Id="rId7" Type="http://schemas.openxmlformats.org/officeDocument/2006/relationships/hyperlink" Target="https://zenn.dev/leading_ai/books/what-they-wont-teach-you" TargetMode="External"/><Relationship Id="rId8" Type="http://schemas.openxmlformats.org/officeDocument/2006/relationships/hyperlink" Target="https://simonwillison.net/2026/Sep/1/codex-libreoffice/" TargetMode="External"/><Relationship Id="rId9" Type="http://schemas.openxmlformats.org/officeDocument/2006/relationships/hyperlink" Target="https://qiita.com/tripathi_ha/items/11041620abdffe09dd65" TargetMode="External"/><Relationship Id="rId10" Type="http://schemas.openxmlformats.org/officeDocument/2006/relationships/hyperlink" Target="https://qiita.com/Karentia/items/0cbb4b302b5f33e78253" TargetMode="External"/><Relationship Id="rId11" Type="http://schemas.openxmlformats.org/officeDocument/2006/relationships/hyperlink" Target="https://www.anthropic.com/claude-fable-and-mythos-5-1" TargetMode="External"/><Relationship Id="rId12" Type="http://schemas.openxmlformats.org/officeDocument/2006/relationships/hyperlink" Target="https://qiita.com/yoshisen/items/1747ef0ecac076833d25" TargetMode="External"/><Relationship Id="rId13" Type="http://schemas.openxmlformats.org/officeDocument/2006/relationships/hyperlink" Target="https://qiita.com/yoshisen/items/7def46321ce854de22d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ypatia_AH1033/items/2a002f2dd5e8f850cbe3" TargetMode="External"/><Relationship Id="rId3" Type="http://schemas.openxmlformats.org/officeDocument/2006/relationships/hyperlink" Target="https://zenn.dev/cardy0828/articles/pruning-large-gguf-tokenizer-vocab" TargetMode="External"/><Relationship Id="rId4" Type="http://schemas.openxmlformats.org/officeDocument/2006/relationships/hyperlink" Target="https://zenn.dev/yyamamot/articles/gpt2-to-qwen2-01-rmsnorm" TargetMode="External"/><Relationship Id="rId5" Type="http://schemas.openxmlformats.org/officeDocument/2006/relationships/hyperlink" Target="https://zenn.dev/phpmyadmin/articles/cmp-170hx-x16-vllm-qwen38" TargetMode="External"/><Relationship Id="rId6" Type="http://schemas.openxmlformats.org/officeDocument/2006/relationships/hyperlink" Target="https://zenn.dev/m2yagyu/articles/long-context-needle-position" TargetMode="External"/><Relationship Id="rId7" Type="http://schemas.openxmlformats.org/officeDocument/2006/relationships/hyperlink" Target="https://qiita.com/Amber7474/items/392b1b6d01c489f03dde" TargetMode="External"/><Relationship Id="rId8" Type="http://schemas.openxmlformats.org/officeDocument/2006/relationships/hyperlink" Target="https://qiita.com/TechSpace-engineer/items/36937f935a32e37668ad" TargetMode="External"/><Relationship Id="rId9" Type="http://schemas.openxmlformats.org/officeDocument/2006/relationships/hyperlink" Target="https://mvakde.github.io/blog/44-on-arc-1/" TargetMode="External"/><Relationship Id="rId10" Type="http://schemas.openxmlformats.org/officeDocument/2006/relationships/hyperlink" Target="https://qiita.com/yml024/items/b1ef287eadd7f551f371" TargetMode="External"/><Relationship Id="rId11" Type="http://schemas.openxmlformats.org/officeDocument/2006/relationships/hyperlink" Target="https://zenn.dev/piedaterre/articles/519b4355ed01c3" TargetMode="External"/><Relationship Id="rId12" Type="http://schemas.openxmlformats.org/officeDocument/2006/relationships/hyperlink" Target="https://qiita.com/quotidia/items/51b3af1b0ce17a586c6e" TargetMode="External"/><Relationship Id="rId13" Type="http://schemas.openxmlformats.org/officeDocument/2006/relationships/hyperlink" Target="https://qiita.com/maskot1977/items/170b23b7b2738975f02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simontan/articles/chatgpt-current-state-handoff" TargetMode="External"/><Relationship Id="rId3" Type="http://schemas.openxmlformats.org/officeDocument/2006/relationships/hyperlink" Target="https://qiita.com/chuandujiusi/items/781ffc1ba6b0c5aafd58" TargetMode="External"/><Relationship Id="rId4" Type="http://schemas.openxmlformats.org/officeDocument/2006/relationships/hyperlink" Target="https://qiita.com/orangist/items/812b747dcae733bbb18b" TargetMode="External"/><Relationship Id="rId5" Type="http://schemas.openxmlformats.org/officeDocument/2006/relationships/hyperlink" Target="https://qiita.com/koji0705/items/c177c01474c1d73e7d83" TargetMode="External"/><Relationship Id="rId6" Type="http://schemas.openxmlformats.org/officeDocument/2006/relationships/hyperlink" Target="https://zenn.dev/every_ai_recipe/articles/ai-custom-instructions-3-services" TargetMode="External"/><Relationship Id="rId7" Type="http://schemas.openxmlformats.org/officeDocument/2006/relationships/hyperlink" Target="https://qiita.com/yoshisen/items/18de4c0b3825a0da3214" TargetMode="External"/><Relationship Id="rId8" Type="http://schemas.openxmlformats.org/officeDocument/2006/relationships/hyperlink" Target="https://qiita.com/yoshisen/items/3629c647f18419234b00" TargetMode="External"/><Relationship Id="rId9" Type="http://schemas.openxmlformats.org/officeDocument/2006/relationships/hyperlink" Target="https://qiita.com/y_nakahira_prompt-x/items/43d0065825f152017553" TargetMode="External"/><Relationship Id="rId10" Type="http://schemas.openxmlformats.org/officeDocument/2006/relationships/hyperlink" Target="https://qiita.com/bahamutra/items/c04ca48f7de566a62d23" TargetMode="External"/><Relationship Id="rId11" Type="http://schemas.openxmlformats.org/officeDocument/2006/relationships/hyperlink" Target="https://qiita.com/s-takeshi/items/c7b72d6da43bb4f03a12" TargetMode="External"/><Relationship Id="rId12" Type="http://schemas.openxmlformats.org/officeDocument/2006/relationships/hyperlink" Target="https://qiita.com/Sin9_Ha/items/63b569099fc2f871ba5b" TargetMode="External"/><Relationship Id="rId13" Type="http://schemas.openxmlformats.org/officeDocument/2006/relationships/hyperlink" Target="https://qiita.com/inoyu-qiita/items/2e2ad24275b38fe80b4b"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era_news_/items/b6a390150cebd48f6823" TargetMode="External"/><Relationship Id="rId3" Type="http://schemas.openxmlformats.org/officeDocument/2006/relationships/hyperlink" Target="https://qiita.com/dera_news_/items/afdf8838121b2b03ec6f" TargetMode="External"/><Relationship Id="rId4" Type="http://schemas.openxmlformats.org/officeDocument/2006/relationships/hyperlink" Target="https://qiita.com/aimakerlab/items/c14a889ef740b9b51057" TargetMode="External"/><Relationship Id="rId5" Type="http://schemas.openxmlformats.org/officeDocument/2006/relationships/hyperlink" Target="https://qiita.com/masykot582/items/1d873f9812f15a33d3b9" TargetMode="External"/><Relationship Id="rId6" Type="http://schemas.openxmlformats.org/officeDocument/2006/relationships/hyperlink" Target="https://qiita.com/uni928/items/9c5eb6f189604b60c341" TargetMode="External"/><Relationship Id="rId7" Type="http://schemas.openxmlformats.org/officeDocument/2006/relationships/hyperlink" Target="https://qiita.com/maskot1977/items/01e1ca7a9dafe9aaf2a9" TargetMode="External"/><Relationship Id="rId8" Type="http://schemas.openxmlformats.org/officeDocument/2006/relationships/hyperlink" Target="https://zenn.dev/kiomatsu/articles/8ee0be988067e0" TargetMode="External"/><Relationship Id="rId9" Type="http://schemas.openxmlformats.org/officeDocument/2006/relationships/hyperlink" Target="https://qiita.com/emuyn/items/90499f1a48d316e682e5" TargetMode="External"/><Relationship Id="rId10" Type="http://schemas.openxmlformats.org/officeDocument/2006/relationships/hyperlink" Target="https://qiita.com/Takuya__/items/91e7225dd422e158821c" TargetMode="External"/><Relationship Id="rId11" Type="http://schemas.openxmlformats.org/officeDocument/2006/relationships/hyperlink" Target="https://qiita.com/mrrclb48z/items/22e7000501d6dbc43b9a" TargetMode="External"/><Relationship Id="rId12" Type="http://schemas.openxmlformats.org/officeDocument/2006/relationships/hyperlink" Target="https://qiita.com/watar-wythrg/items/e86f3a81e138596d1b78" TargetMode="External"/><Relationship Id="rId13" Type="http://schemas.openxmlformats.org/officeDocument/2006/relationships/hyperlink" Target="https://zenn.dev/tofu575/articles/294daab948892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ugarfree/items/f50b49a733624a964fef" TargetMode="External"/><Relationship Id="rId3" Type="http://schemas.openxmlformats.org/officeDocument/2006/relationships/hyperlink" Target="https://zenn.dev/candnaka/articles/1e2492ab52850a" TargetMode="External"/><Relationship Id="rId4" Type="http://schemas.openxmlformats.org/officeDocument/2006/relationships/hyperlink" Target="https://qiita.com/koukyo/items/3ac2eaca7ed3cab83a15" TargetMode="External"/><Relationship Id="rId5" Type="http://schemas.openxmlformats.org/officeDocument/2006/relationships/hyperlink" Target="https://zenn.dev/candnaka/articles/a6d5d109a3e3dd" TargetMode="External"/><Relationship Id="rId6" Type="http://schemas.openxmlformats.org/officeDocument/2006/relationships/hyperlink" Target="https://zenn.dev/thirtypower/articles/llm-jisaku-guide-intro" TargetMode="External"/><Relationship Id="rId7" Type="http://schemas.openxmlformats.org/officeDocument/2006/relationships/hyperlink" Target="https://zenn.dev/thirtypower/books/kgr-llm-guide" TargetMode="External"/><Relationship Id="rId8" Type="http://schemas.openxmlformats.org/officeDocument/2006/relationships/hyperlink" Target="https://zenn.dev/videostance/articles/703bb66b631238" TargetMode="External"/><Relationship Id="rId9" Type="http://schemas.openxmlformats.org/officeDocument/2006/relationships/hyperlink" Target="https://zenn.dev/c_a_p_engineer/articles/hello-tsuzuri" TargetMode="External"/><Relationship Id="rId10" Type="http://schemas.openxmlformats.org/officeDocument/2006/relationships/hyperlink" Target="https://zenn.dev/h4m4chi/articles/db5b3478bd7c00" TargetMode="External"/><Relationship Id="rId11" Type="http://schemas.openxmlformats.org/officeDocument/2006/relationships/hyperlink" Target="https://qiita.com/HN6039940/items/e794b2340a113c85fd1d" TargetMode="External"/><Relationship Id="rId12" Type="http://schemas.openxmlformats.org/officeDocument/2006/relationships/hyperlink" Target="https://zenn.dev/videostance/articles/fdcc6015e6108f" TargetMode="External"/><Relationship Id="rId13" Type="http://schemas.openxmlformats.org/officeDocument/2006/relationships/hyperlink" Target="https://zenn.dev/acntechjp/articles/433b7375dcbae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shiomusubi/articles/9c1f76b843b525" TargetMode="External"/><Relationship Id="rId3" Type="http://schemas.openxmlformats.org/officeDocument/2006/relationships/hyperlink" Target="https://qiita.com/h-nasu/items/5634ceb0619b37ef7f98" TargetMode="External"/><Relationship Id="rId4" Type="http://schemas.openxmlformats.org/officeDocument/2006/relationships/hyperlink" Target="https://zenn.dev/sapolas/articles/45a3a1456e1dfb" TargetMode="External"/><Relationship Id="rId5" Type="http://schemas.openxmlformats.org/officeDocument/2006/relationships/hyperlink" Target="https://qiita.com/ishizakahiroshi/items/a7065348ad7ca46ca521" TargetMode="External"/><Relationship Id="rId6" Type="http://schemas.openxmlformats.org/officeDocument/2006/relationships/hyperlink" Target="https://qiita.com/mapmc/items/a37fb37d869aa657e300" TargetMode="External"/><Relationship Id="rId7" Type="http://schemas.openxmlformats.org/officeDocument/2006/relationships/hyperlink" Target="https://qiita.com/h-nasu/items/d0b2601bb179a6cdd5eb" TargetMode="External"/><Relationship Id="rId8" Type="http://schemas.openxmlformats.org/officeDocument/2006/relationships/hyperlink" Target="https://zenn.dev/todesking/articles/d23fd40b319388" TargetMode="External"/><Relationship Id="rId9" Type="http://schemas.openxmlformats.org/officeDocument/2006/relationships/hyperlink" Target="https://qiita.com/otoyo0318/items/411f8f3d4813f66c3af9" TargetMode="External"/><Relationship Id="rId10" Type="http://schemas.openxmlformats.org/officeDocument/2006/relationships/hyperlink" Target="https://qiita.com/Skillsheet-Port/items/0ea38eeebb9b94dc708e" TargetMode="External"/><Relationship Id="rId11" Type="http://schemas.openxmlformats.org/officeDocument/2006/relationships/hyperlink" Target="https://qiita.com/ramutarafarm/items/3625867c29a869e9f94d" TargetMode="External"/><Relationship Id="rId12" Type="http://schemas.openxmlformats.org/officeDocument/2006/relationships/hyperlink" Target="https://qiita.com/Rapls/items/8acc4aa395b04c184e96" TargetMode="External"/><Relationship Id="rId13" Type="http://schemas.openxmlformats.org/officeDocument/2006/relationships/hyperlink" Target="https://qiita.com/Skillsheet-Port/items/4cd692961ed03421b79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jinfuroi/articles/b2e3c2c66f7d74" TargetMode="External"/><Relationship Id="rId3" Type="http://schemas.openxmlformats.org/officeDocument/2006/relationships/hyperlink" Target="https://qiita.com/masa1113/items/a5093e0c5cd81ff56e10" TargetMode="External"/><Relationship Id="rId4" Type="http://schemas.openxmlformats.org/officeDocument/2006/relationships/hyperlink" Target="https://zenn.dev/hajimeteradio3/articles/c710f3020097ae" TargetMode="External"/><Relationship Id="rId5" Type="http://schemas.openxmlformats.org/officeDocument/2006/relationships/hyperlink" Target="https://zenn.dev/jinfuroi/articles/f5ee4abc096810" TargetMode="External"/><Relationship Id="rId6" Type="http://schemas.openxmlformats.org/officeDocument/2006/relationships/hyperlink" Target="https://zenn.dev/sapolas/articles/7e36aca3347e0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2026-09-02</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総収集記事数：199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9 件</a:t>
                      </a:r>
                    </a:p>
                  </a:txBody>
                  <a:tcPr>
                    <a:solidFill>
                      <a:srgbClr val="1E2D47"/>
                    </a:solidFill>
                  </a:tcPr>
                </a:tc>
                <a:tc>
                  <a:txBody>
                    <a:bodyPr/>
                    <a:lstStyle/>
                    <a:p>
                      <a:pPr algn="ctr"/>
                      <a:r>
                        <a:rPr sz="1200" b="0">
                          <a:solidFill>
                            <a:srgbClr val="D0E4F7"/>
                          </a:solidFill>
                        </a:rPr>
                        <a:t>4.0%</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21 件</a:t>
                      </a:r>
                    </a:p>
                  </a:txBody>
                  <a:tcPr>
                    <a:solidFill>
                      <a:srgbClr val="162238"/>
                    </a:solidFill>
                  </a:tcPr>
                </a:tc>
                <a:tc>
                  <a:txBody>
                    <a:bodyPr/>
                    <a:lstStyle/>
                    <a:p>
                      <a:pPr algn="ctr"/>
                      <a:r>
                        <a:rPr sz="1200" b="0">
                          <a:solidFill>
                            <a:srgbClr val="D0E4F7"/>
                          </a:solidFill>
                        </a:rPr>
                        <a:t>9.4%</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67 件</a:t>
                      </a:r>
                    </a:p>
                  </a:txBody>
                  <a:tcPr>
                    <a:solidFill>
                      <a:srgbClr val="1E2D47"/>
                    </a:solidFill>
                  </a:tcPr>
                </a:tc>
                <a:tc>
                  <a:txBody>
                    <a:bodyPr/>
                    <a:lstStyle/>
                    <a:p>
                      <a:pPr algn="ctr"/>
                      <a:r>
                        <a:rPr sz="1200" b="0">
                          <a:solidFill>
                            <a:srgbClr val="D0E4F7"/>
                          </a:solidFill>
                        </a:rPr>
                        <a:t>29.9%</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19 件</a:t>
                      </a:r>
                    </a:p>
                  </a:txBody>
                  <a:tcPr>
                    <a:solidFill>
                      <a:srgbClr val="162238"/>
                    </a:solidFill>
                  </a:tcPr>
                </a:tc>
                <a:tc>
                  <a:txBody>
                    <a:bodyPr/>
                    <a:lstStyle/>
                    <a:p>
                      <a:pPr algn="ctr"/>
                      <a:r>
                        <a:rPr sz="1200" b="0">
                          <a:solidFill>
                            <a:srgbClr val="D0E4F7"/>
                          </a:solidFill>
                        </a:rPr>
                        <a:t>8.5%</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7 件</a:t>
                      </a:r>
                    </a:p>
                  </a:txBody>
                  <a:tcPr>
                    <a:solidFill>
                      <a:srgbClr val="1E2D47"/>
                    </a:solidFill>
                  </a:tcPr>
                </a:tc>
                <a:tc>
                  <a:txBody>
                    <a:bodyPr/>
                    <a:lstStyle/>
                    <a:p>
                      <a:pPr algn="ctr"/>
                      <a:r>
                        <a:rPr sz="1200" b="0">
                          <a:solidFill>
                            <a:srgbClr val="D0E4F7"/>
                          </a:solidFill>
                        </a:rPr>
                        <a:t>3.1%</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101 件</a:t>
                      </a:r>
                    </a:p>
                  </a:txBody>
                  <a:tcPr>
                    <a:solidFill>
                      <a:srgbClr val="162238"/>
                    </a:solidFill>
                  </a:tcPr>
                </a:tc>
                <a:tc>
                  <a:txBody>
                    <a:bodyPr/>
                    <a:lstStyle/>
                    <a:p>
                      <a:pPr algn="ctr"/>
                      <a:r>
                        <a:rPr sz="1200" b="0">
                          <a:solidFill>
                            <a:srgbClr val="D0E4F7"/>
                          </a:solidFill>
                        </a:rPr>
                        <a:t>45.1%</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224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Codex CLI 0.152.0 の権限プロファイル3種を同じコマンドで比べた</a:t>
            </a:r>
            <a:r>
              <a:rPr sz="900">
                <a:solidFill>
                  <a:srgbClr val="7F8C8D"/>
                </a:solidFill>
              </a:rPr>
              <a:t>  (2026-09-02)</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https://qiita.com/kai_kou/items/0675574732987a14c6cf</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対象読者は、OpenAI の Codex CLI を使っていて  で未検証のコマンドを隔離実行している、あるいはこれから CI や自動化パイプラインに組み込もうとしているエンジニアです。
Codex CLI 0.152.0 の  は、権限の指定方法が名前付きプロファイル方式になっていま</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[HackerNews]  </a:t>
            </a:r>
            <a:r>
              <a:rPr sz="1200" b="1">
                <a:solidFill>
                  <a:srgbClr val="FFFFFF"/>
                </a:solidFill>
              </a:rPr>
              <a:t>What is your AI era PowerPoint alternative?</a:t>
            </a:r>
            <a:r>
              <a:rPr sz="900">
                <a:solidFill>
                  <a:srgbClr val="7F8C8D"/>
                </a:solidFill>
              </a:rPr>
              <a:t>  (2026-09-02)</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https://news.ycombinator.com/item?id=49532209</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AI has pros and cons for sure, one area I was hoping for it to shine is slide deck authoring. Perhaps I am looking in the wrong direction, but I haven</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MACE機械学習ポテンシャルとAFIR(人工力誘起反応)法で反応経路を自 動探索する</a:t>
            </a:r>
            <a:r>
              <a:rPr sz="900">
                <a:solidFill>
                  <a:srgbClr val="7F8C8D"/>
                </a:solidFill>
              </a:rPr>
              <a:t>  (2026-09-02)</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https://qiita.com/Yuliia/items/4b9aae9e380f5a99ec78</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化学反応の遷移状態を求めるには、通常、反応物と生成物の構造をあらかじめ仮定し、経験に基づいて反応座標を設定する必要があります。Mat3raプラットフォームのリリース2026.8.27では、この作業を自動化する新機能として、AFIR(人工力誘起反応、Artificial Force 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[Zenn]  </a:t>
            </a:r>
            <a:r>
              <a:rPr sz="1200" b="1">
                <a:solidFill>
                  <a:srgbClr val="FFFFFF"/>
                </a:solidFill>
              </a:rPr>
              <a:t>【試し読み】RAG構築入門 — LLMの「知識」という壁を突破する</a:t>
            </a:r>
            <a:r>
              <a:rPr sz="900">
                <a:solidFill>
                  <a:srgbClr val="7F8C8D"/>
                </a:solidFill>
              </a:rPr>
              <a:t>  (2026-09-02)</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https://zenn.dev/yukihayama/articles/preview-rag-guide</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【試し読み】RAG構築入門 — LLMの「知識」という壁を突破する
本記事はKindle本 「RAG構築入門 — 自社データでAIを賢くする」（著者: 葉山悠希）の「はじめに」および「第1章」の一部を公開する試し読み記事です。
 LLMは「知らないこと」を知らない
2023年、ChatGPTの登</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[Zenn]  </a:t>
            </a:r>
            <a:r>
              <a:rPr sz="1200" b="1">
                <a:solidFill>
                  <a:srgbClr val="FFFFFF"/>
                </a:solidFill>
              </a:rPr>
              <a:t>Entra Agent IDでAzureリソースに認証・アクセスする</a:t>
            </a:r>
            <a:r>
              <a:rPr sz="900">
                <a:solidFill>
                  <a:srgbClr val="7F8C8D"/>
                </a:solidFill>
              </a:rPr>
              <a:t>  (2026-09-01)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https://zenn.dev/headwaters/articles/213f43dbf9a484</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Microsoft Foundry で発行される Entra Agent ID（エージェント専用のID）を使って、Azureリソース（Azure Blob Storage）に認証・アクセスできるかを検証しました。本記事では、その検証手順と結果をまとめます。
 やること
Foundry上にHoste</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[Zenn]  </a:t>
            </a:r>
            <a:r>
              <a:rPr sz="1200" b="1">
                <a:solidFill>
                  <a:srgbClr val="FFFFFF"/>
                </a:solidFill>
              </a:rPr>
              <a:t>デジタルネイティブPDFなのに「O」を「〇」と誤読した、Document Intelligenceの話</a:t>
            </a:r>
            <a:r>
              <a:rPr sz="900">
                <a:solidFill>
                  <a:srgbClr val="7F8C8D"/>
                </a:solidFill>
              </a:rPr>
              <a:t>  (2026-09-01)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https://zenn.dev/yuninaka/articles/zenn-graph-rag-ocr-integration</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1. 概要
 1.1 やったこと(3行サマリ)
グラフRAG検証シリーズ(第1弾〜第3弾)で「今後の課題」に挙げていた、Azure Document Intelligenceによる実際のAI-OCR連携を検証した
AI画像生成でサンプル書類を作る案は日本語テキストの描画品質の問題で早々に断念し、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Fable 5.1、キャッシュ読みは4分の1。ただし tool_choice が400を返す</a:t>
            </a:r>
            <a:r>
              <a:rPr sz="900">
                <a:solidFill>
                  <a:srgbClr val="7F8C8D"/>
                </a:solidFill>
              </a:rPr>
              <a:t>  (2026-09-02)</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https://qiita.com/jqit_suwa/items/c0f5b86dfb8a3106cbaf</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9月1日に Claude Fable 5.1 が出ました。価格表で変わったのは1行だけです。
値下げだけなら乗り換えない理由がありません。 ただし公式は破壊的変更が3つあると書いています。
&gt; 検証環境: Windows 10 / Claude Code 2.1.258 / 測定は 2026</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【認知負債】AIのおかげで仕事は爆速になったけど、勉強することが爆増した</a:t>
            </a:r>
            <a:r>
              <a:rPr sz="900">
                <a:solidFill>
                  <a:srgbClr val="7F8C8D"/>
                </a:solidFill>
              </a:rPr>
              <a:t>  (2026-09-02)</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https://qiita.com/simoyama2323/items/06f04484f81975f4c7e7</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大AIエージェント時代が訪れて1年くらい経ちましたでしょうか。
100周くらい遅れてる感ありますが、AIエントリ書いてみようと思います。
1日かけていた実装が10分ぐらいでできることもあるので、コードを書くところだけなら本当に早くなりました。
そのわりに暇になった感じはあまりなくて、レビ</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Hermes Agentのmodel選択、非TTYではconfig setが必須だった</a:t>
            </a:r>
            <a:r>
              <a:rPr sz="900">
                <a:solidFill>
                  <a:srgbClr val="7F8C8D"/>
                </a:solidFill>
              </a:rPr>
              <a:t>  (2026-09-02)</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https://qiita.com/kai_kou/items/2b73b8e4b91b11a21a6c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Nous ResearchのOSSエージェント「Hermes Agent」が2026年7月1日に v0.18.0（通称 The Judgment Release）を公開しました[^1]。目玉は Mixture-of-Agents（MoA）が「選択可能なモデルの1つ」に格上げされたこと[^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提案資料のリンク切れを公開前に検査するPython</a:t>
            </a:r>
            <a:r>
              <a:rPr sz="900">
                <a:solidFill>
                  <a:srgbClr val="7F8C8D"/>
                </a:solidFill>
              </a:rPr>
              <a:t>  (2026-09-02)</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https://qiita.com/eiri_ai/items/d11fc1ea28631b76adb4</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提案資料のリンク、最後に全部開いていますか？
生成AIでたたき台を作ると、文章は早く仕上がります。困るのは、提案の中身が通った後です。古い料金表や移転済みの事例ページを1本混ぜるだけで、送付後の信用を落とします。リンク確認は担当者の気合いに任せず、送付前のチェックに入れた方がいいです。
僕はMa</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生成AIで科学論文用の図を作るときに確認したい7つのポイント</a:t>
            </a:r>
            <a:r>
              <a:rPr sz="900">
                <a:solidFill>
                  <a:srgbClr val="7F8C8D"/>
                </a:solidFill>
              </a:rPr>
              <a:t>  (2026-09-02)</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https://qiita.com/lianglixiong888/items/c737ff67d5a9036a3752</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生成AIを使うと、研究アイデアから模式図やグラフィカルアブストラクトの初稿を短時間で作れます。一方で、見た目が整っていても、ラベル、矢印、構造、縮尺などが科学的に正しいとは限りません。
この記事では、生成AIを科学図の「完成品を自動で作る装置」ではなく、検証可能な初稿を作る道具として使うための実践</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【5秒で始める】Androidアプリを作れないので、スマホに作らせた。Termux 1行でAPKをビルドする</a:t>
            </a:r>
            <a:r>
              <a:rPr sz="900">
                <a:solidFill>
                  <a:srgbClr val="7F8C8D"/>
                </a:solidFill>
              </a:rPr>
              <a:t>  (2026-09-01)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https://qiita.com/masataka55/items/71e90fd935498dfb2fe9</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Androidアプリを作れません。JavaもKotlinも書けません。Android Studioも使いません。PCもUSBケーブルも使いません。それでも、AndroidスマホだけでAndroidアプリを作れるところまで持っていきました。
やることは簡単です。Google PlayからTermux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facebookページが放置してたら6300人になってたのでリプレイスしてみる</a:t>
            </a:r>
            <a:r>
              <a:rPr sz="900">
                <a:solidFill>
                  <a:srgbClr val="7F8C8D"/>
                </a:solidFill>
              </a:rPr>
              <a:t>  (2026-09-02)</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https://qiita.com/dockka/items/fa2e3ca09d33f8a9da5d</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マーケティングドメインの案件をしていた時の
実績作りの一環で作成したものが
フォローされているページになっていたので
リプレイしてみるかとなった。
リプレイス予定
1. 画像の差し替え
1. コンテンツサイトのリメイク
1. コンテンツルールの再定義
1. アナリティクス導入あるいは設定
1.</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最新の動画生成ローカルAIの実力は？ ー 主要3モデル＋9モデル徹底検証(検証動画あり)</a:t>
            </a:r>
            <a:r>
              <a:rPr sz="900">
                <a:solidFill>
                  <a:srgbClr val="7F8C8D"/>
                </a:solidFill>
              </a:rPr>
              <a:t>  (2026-09-01)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https://zenn.dev/taka4/articles/1ff69091c5dbb6</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こんにちは。おっぴー@AI推進です。
「動画生成ローカルAI、本当にどこまでできるのか？」——最近のクラウドサービスではかなり高品質なものが出力されますがローカル環境でどこまで出来るかが気になって、手元のMacBook Pro（Apple M4 Max、64GB Unified Memory）で実際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Codex CLI 0.152.0 の権限プロファイル3種を同じコマンドで比べた</a:t>
            </a:r>
            <a:r>
              <a:rPr sz="900">
                <a:solidFill>
                  <a:srgbClr val="7F8C8D"/>
                </a:solidFill>
              </a:rPr>
              <a:t>  (2026-09-02)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https://qiita.com/kai_kou/items/0675574732987a14c6cf</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対象読者は、OpenAI の Codex CLI を使っていて  で未検証のコマンドを隔離実行している、あるいはこれから CI や自動化パイプラインに組み込もうとしているエンジニアです。
Codex CLI 0.152.0 の</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What is your AI era PowerPoint alternative?</a:t>
            </a:r>
            <a:r>
              <a:rPr sz="900">
                <a:solidFill>
                  <a:srgbClr val="7F8C8D"/>
                </a:solidFill>
              </a:rPr>
              <a:t>  (2026-09-02)</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[HackerNews]  </a:t>
            </a:r>
            <a:r>
              <a:rPr sz="800">
                <a:solidFill>
                  <a:srgbClr val="5DADE8"/>
                </a:solidFill>
                <a:hlinkClick r:id="rId3"/>
              </a:rPr>
              <a:t>https://news.ycombinator.com/item?id=49532209</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AI has pros and cons for sure, one area I was hoping for it to shine is slide deck authoring. Perhaps I am looking in th</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MACE機械学習ポテンシャルとAFIR(人工力誘起反応)法で反応経路を自 動探索する</a:t>
            </a:r>
            <a:r>
              <a:rPr sz="900">
                <a:solidFill>
                  <a:srgbClr val="7F8C8D"/>
                </a:solidFill>
              </a:rPr>
              <a:t>  (2026-09-02)</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https://qiita.com/Yuliia/items/4b9aae9e380f5a99ec78</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化学反応の遷移状態を求めるには、通常、反応物と生成物の構造をあらかじめ仮定し、経験に基づいて反応座標を設定する必要があります。Mat3raプラットフォームのリリース2026.8.27では、この作業を自動化する新機能として、AFI</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Codeの--restrictedはPreToolUseフックも無効化する</a:t>
            </a:r>
            <a:r>
              <a:rPr sz="900">
                <a:solidFill>
                  <a:srgbClr val="7F8C8D"/>
                </a:solidFill>
              </a:rPr>
              <a:t>  (2026-09-01)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https://zenn.dev/clopy/articles/claude-restricted-mode-drops-project-hooks</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.claude/settings.json に PreToolUse フック（例: secret.txt への書き込みを拒否するガード）を設定して既存のリポジトリを保護しているチームが、外部PRの説明やスクレイピングしたチケット、信頼できな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ScalafixとAIを活用した不要コード削除の自動化</a:t>
            </a:r>
            <a:r>
              <a:rPr sz="900">
                <a:solidFill>
                  <a:srgbClr val="7F8C8D"/>
                </a:solidFill>
              </a:rPr>
              <a:t>  (2026-09-01)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https://qiita.com/arata_n/items/ef03580cdb75d2996ea9</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この記事はヌーラボブログリレー2026 夏の13日目として、投稿しています。
みなさん、コード削除してますか？
Claude CodeなどのAIエージェントを活用してコードを書くことはほとんど当たり前になりつつある昨今、コードが追加され</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ChatGPT Work で部分障害発生、エラー率・レイテンシ上昇の影響と対応まとめ</a:t>
            </a:r>
            <a:r>
              <a:rPr sz="900">
                <a:solidFill>
                  <a:srgbClr val="7F8C8D"/>
                </a:solidFill>
              </a:rPr>
              <a:t>  (2026-09-01)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https://qiita.com/picnic/items/1011817e666cf68adcd9</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2026年8月31日、OpenAI の公式ステータスページにて、法人向けプランである ChatGPT Work における部分障害（Partial Outage）が報告されました。複数のサブスクリプションプランのユーザーが、Cha</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「12月からコードを一行も書いていない」Karpathy×No Priorsを要点解説</a:t>
            </a:r>
            <a:r>
              <a:rPr sz="900">
                <a:solidFill>
                  <a:srgbClr val="7F8C8D"/>
                </a:solidFill>
              </a:rPr>
              <a:t>  (2026-08-29)</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https://zenn.dev/talks_tldr_jp/articles/tldr09-karpathy-nopriors-summary</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この記事について
Andrej Karpathy が No Priors（Sarah Guo との対談ポッドキャスト）で語った内容を、要点だけ抜き出して日本語で解説します。「AIエージェント時代に、エンジニアの仕事は何に変わったか」を実感ベ</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AI駆動開発を続けて感じたメリット・デメリット</a:t>
            </a:r>
            <a:r>
              <a:rPr sz="900">
                <a:solidFill>
                  <a:srgbClr val="7F8C8D"/>
                </a:solidFill>
              </a:rPr>
              <a:t>  (2026-08-28)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https://zenn.dev/keisuke1306/articles/05-ai-driven-dev-retrospective</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導入
この記事は、ChatGPT・Claude Code・Codex・Notionを組み合わせた「AI駆動開発」というテーマで書いている記事の1本です。実際に運用しているポートフォリオサイトの改修にこの開発フローを適用しながら、実践の中で見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【試し読み】RAG構築入門 — LLMの「知識」という壁を突破する</a:t>
            </a:r>
            <a:r>
              <a:rPr sz="900">
                <a:solidFill>
                  <a:srgbClr val="7F8C8D"/>
                </a:solidFill>
              </a:rPr>
              <a:t>  (2026-09-02)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2"/>
              </a:rPr>
              <a:t>https://zenn.dev/yukihayama/articles/preview-rag-guide</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【試し読み】RAG構築入門 — LLMの「知識」という壁を突破する
本記事はKindle本 「RAG構築入門 — 自社データでAIを賢くする」（著者: 葉山悠希）の「はじめに」および「第1章」の一部を公開する試し読み記事です。
 LLM</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Entra Agent IDでAzureリソースに認証・アクセスする</a:t>
            </a:r>
            <a:r>
              <a:rPr sz="900">
                <a:solidFill>
                  <a:srgbClr val="7F8C8D"/>
                </a:solidFill>
              </a:rPr>
              <a:t>  (2026-09-01)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https://zenn.dev/headwaters/articles/213f43dbf9a484</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Microsoft Foundry で発行される Entra Agent ID（エージェント専用のID）を使って、Azureリソース（Azure Blob Storage）に認証・アクセスできるかを検証しました。本記事では、その検証手順と結</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デジタルネイティブPDFなのに「O」を「〇」と誤読した、Document Intelligenceの話</a:t>
            </a:r>
            <a:r>
              <a:rPr sz="900">
                <a:solidFill>
                  <a:srgbClr val="7F8C8D"/>
                </a:solidFill>
              </a:rPr>
              <a:t>  (2026-09-01)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https://zenn.dev/yuninaka/articles/zenn-graph-rag-ocr-integration</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1. 概要
 1.1 やったこと(3行サマリ)
グラフRAG検証シリーズ(第1弾〜第3弾)で「今後の課題」に挙げていた、Azure Document Intelligenceによる実際のAI-OCR連携を検証した
AI画像生成でサンプル</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Google提唱の「SKILL.state」について。プロンプトに型の概念を導入</a:t>
            </a:r>
            <a:r>
              <a:rPr sz="900">
                <a:solidFill>
                  <a:srgbClr val="7F8C8D"/>
                </a:solidFill>
              </a:rPr>
              <a:t>  (2026-09-01)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https://zenn.dev/knowledgesense/articles/ad123283bdea26</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本記事では、AIエージェントの性能を高めるための「SKILL.state」という手法について、ざっくり理解します。
株式会社ナレッジセンスは、生成AIやRAGを使ったプロダクトを、エンタープライズ企業向けに開発しているスタートアップです。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13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人事異動のたびにRAGを作り直さないためにも ― 元データの権限を持ち込む ACL Hydration</a:t>
            </a:r>
            <a:r>
              <a:rPr sz="900">
                <a:solidFill>
                  <a:srgbClr val="7F8C8D"/>
                </a:solidFill>
              </a:rPr>
              <a:t>  (2026-09-01)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2"/>
              </a:rPr>
              <a:t>https://zenn.dev/datarobotjp/articles/8cf3edaac5c9b5</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社内ドキュメントを RAG に載せると、こんな質問が来ます。
「そのボット、人事フォルダの中身も答えちゃうんじゃないの？」
ベクター DB は「意味が近いチャンク」を返す装置であって、「この人が読んでいいチャンク」を返す装置で</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ベクトルデータベース入門：埋め込みで「意味が近い文章」を検索する仕組みをやさしく図解</a:t>
            </a:r>
            <a:r>
              <a:rPr sz="900">
                <a:solidFill>
                  <a:srgbClr val="7F8C8D"/>
                </a:solidFill>
              </a:rPr>
              <a:t>  (2026-08-31)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https://zenn.dev/yushiyamamoto/articles/vector-database-beginner-2026-07</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「ベクトルデータベース」「埋め込み（Embedding）」という言葉を最近よく聞くようになった、という方は多いと思います。RAG や生成AIの記事を開くと当たり前のように出てくるのに、中身を説明されると急にモヤっとする。この記事は、まさにそ</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Google Cloudで作るAIエージェントを検討してみた</a:t>
            </a:r>
            <a:r>
              <a:rPr sz="900">
                <a:solidFill>
                  <a:srgbClr val="7F8C8D"/>
                </a:solidFill>
              </a:rPr>
              <a:t>  (2026-08-31)</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https://qiita.com/orangist/items/227d452fa933fe15dcfd</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&gt; 対象読者
&gt;
&gt;  Google CloudでAIエージェントを作ってみたい人
&gt;  Gemin, ADK, Cloud Run, BigQueryあたりをどう組み合わせるか悩んでいる人
&gt;  RAGだけではなく、継続的に情報を集めて学</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RAGの必要性・設計について</a:t>
            </a:r>
            <a:r>
              <a:rPr sz="900">
                <a:solidFill>
                  <a:srgbClr val="7F8C8D"/>
                </a:solidFill>
              </a:rPr>
              <a:t>  (2026-08-31)</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https://zenn.dev/karometo91/articles/936e01fe04bad2</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記事の目的
RAGの学習のアウトプットとして、読んだ書籍（末尾に記載）で理解した内容を整理しつつ、RAGの基本とその設計についてをまとめて、後で確認しやすくするための資料として作成しました。今回は書籍の第1部の内容を自分なりに噛み砕いてま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Fable 5.1、キャッシュ読みは4分の1。ただし tool_choice が400を返す</a:t>
            </a:r>
            <a:r>
              <a:rPr sz="900">
                <a:solidFill>
                  <a:srgbClr val="7F8C8D"/>
                </a:solidFill>
              </a:rPr>
              <a:t>  (2026-09-02)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https://qiita.com/jqit_suwa/items/c0f5b86dfb8a3106cbaf</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9月1日に Claude Fable 5.1 が出ました。価格表で変わったのは1行だけです。
値下げだけなら乗り換えない理由がありません。 ただし公式は破壊的変更が3つあると書いています。
&gt; 検証環境: Windows 10 / </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【認知負債】AIのおかげで仕事は爆速になったけど、勉強することが爆増した</a:t>
            </a:r>
            <a:r>
              <a:rPr sz="900">
                <a:solidFill>
                  <a:srgbClr val="7F8C8D"/>
                </a:solidFill>
              </a:rPr>
              <a:t>  (2026-09-02)</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https://qiita.com/simoyama2323/items/06f04484f81975f4c7e7</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大AIエージェント時代が訪れて1年くらい経ちましたでしょうか。
100周くらい遅れてる感ありますが、AIエントリ書いてみようと思います。
1日かけていた実装が10分ぐらいでできることもあるので、コードを書くところだけなら本当に早</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Hermes Agentのmodel選択、非TTYではconfig setが必須だった</a:t>
            </a:r>
            <a:r>
              <a:rPr sz="900">
                <a:solidFill>
                  <a:srgbClr val="7F8C8D"/>
                </a:solidFill>
              </a:rPr>
              <a:t>  (2026-09-02)</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https://qiita.com/kai_kou/items/2b73b8e4b91b11a21a6c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Nous ResearchのOSSエージェント「Hermes Agent」が2026年7月1日に v0.18.0（通称 The Judgment Release）を公開しました[^1]。目玉は Mixture-of-Agents</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X（旧Twitter）の投稿を自動でスライド化する「x_to_pptx」コマンドを作った</a:t>
            </a:r>
            <a:r>
              <a:rPr sz="900">
                <a:solidFill>
                  <a:srgbClr val="7F8C8D"/>
                </a:solidFill>
              </a:rPr>
              <a:t>  (2026-09-02)</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https://qiita.com/mesaka/items/71f98877c35e77cc3af5</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:::note info
この記事は、Claude Codeと一緒に作成しました。
:::
はじめに
X（旧Twitter）に、素敵な技術記事を投稿して頂いている皆様に感謝します。
ただ、Xという場所の特性上、TLで見かけて、Book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47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AIエージェント時代におけるLLM量子化とモデル選択</a:t>
            </a:r>
            <a:r>
              <a:rPr sz="900">
                <a:solidFill>
                  <a:srgbClr val="7F8C8D"/>
                </a:solidFill>
              </a:rPr>
              <a:t>  (2026-09-02)</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https://qiita.com/KazuhisaFujita/items/4a217101566f233ad3d0</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AIエージェント時代におけるローカルLLMの量子化とモデル選択
1. 従来の量子化の考え方
これまでLLMの量子化では、基本的に「量子化ビット数を上げるほど元モデルに近づく」という理解が中心だった。
一般には、
 Q4
 Q5
 Q</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の deny、.env は読めないのに消せる</a:t>
            </a:r>
            <a:r>
              <a:rPr sz="900">
                <a:solidFill>
                  <a:srgbClr val="7F8C8D"/>
                </a:solidFill>
              </a:rPr>
              <a:t>  (2026-09-02)</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https://qiita.com/fukumuraryota0724/items/84cf1148476b43554add</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 Bash コマンドを止めるものだと思っていました。
ファイル単位でも書けます。
自分の設定にはこれが入っていました。入れたのは自分ですが、効いているか確かめたことがありませんでした。
確かめたら、止まるところと止まらないと</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文書を読みながら要点をためるAIエージェント、同じ質問のコストが半分に</a:t>
            </a:r>
            <a:r>
              <a:rPr sz="900">
                <a:solidFill>
                  <a:srgbClr val="7F8C8D"/>
                </a:solidFill>
              </a:rPr>
              <a:t>  (2026-09-02)</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https://qiita.com/okssusucha/items/ed495a1a7fe38b9812b1</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AIに長い資料を読ませて答えを作らせると、思ったよりお金がかかる。理由は単純で、質問のたびに同じ資料を丸ごと読み直すからだ。読みながら要点をメモしておけば、次からは安く答えられる。その当たり前の工夫を仕組みにした研究が、資料を扱うAIの運用</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でつまずいたときの切り分けメモ（2026-09-02）</a:t>
            </a:r>
            <a:r>
              <a:rPr sz="900">
                <a:solidFill>
                  <a:srgbClr val="7F8C8D"/>
                </a:solidFill>
              </a:rPr>
              <a:t>  (2026-09-02)</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https://qiita.com/homhom44/items/e7c167de1681317568bb</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Claude Code を使っていて詰まったときの切り分けメモです。GitHub Issues に実際に報告されている症状のうち、複数人が同じことを踏んでいるものを選び、手元で実際にコマンドを叩いて確認した範囲だけを書いています。本文は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提案資料のリンク切れを公開前に検査するPython</a:t>
            </a:r>
            <a:r>
              <a:rPr sz="900">
                <a:solidFill>
                  <a:srgbClr val="7F8C8D"/>
                </a:solidFill>
              </a:rPr>
              <a:t>  (2026-09-02)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https://qiita.com/eiri_ai/items/d11fc1ea28631b76adb4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提案資料のリンク、最後に全部開いていますか？
生成AIでたたき台を作ると、文章は早く仕上がります。困るのは、提案の中身が通った後です。古い料金表や移転済みの事例ページを1本混ぜるだけで、送付後の信用を落とします。リンク確認は担当者の気合い</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生成AIで科学論文用の図を作るときに確認したい7つのポイント</a:t>
            </a:r>
            <a:r>
              <a:rPr sz="900">
                <a:solidFill>
                  <a:srgbClr val="7F8C8D"/>
                </a:solidFill>
              </a:rPr>
              <a:t>  (2026-09-02)</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https://qiita.com/lianglixiong888/items/c737ff67d5a9036a3752</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生成AIを使うと、研究アイデアから模式図やグラフィカルアブストラクトの初稿を短時間で作れます。一方で、見た目が整っていても、ラベル、矢印、構造、縮尺などが科学的に正しいとは限りません。
この記事では、生成AIを科学図の「完成品を自動で作る</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【5秒で始める】Androidアプリを作れないので、スマホに作らせた。Termux 1行でAPKをビルドする</a:t>
            </a:r>
            <a:r>
              <a:rPr sz="900">
                <a:solidFill>
                  <a:srgbClr val="7F8C8D"/>
                </a:solidFill>
              </a:rPr>
              <a:t>  (2026-09-01)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https://qiita.com/masataka55/items/71e90fd935498dfb2fe9</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Androidアプリを作れません。JavaもKotlinも書けません。Android Studioも使いません。PCもUSBケーブルも使いません。それでも、AndroidスマホだけでAndroidアプリを作れるところまで持っていきました。
</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GPT-SoVITS音声モデル学習の実践 ── 31秒で失敗し、2時間ぶんで似るまで</a:t>
            </a:r>
            <a:r>
              <a:rPr sz="900">
                <a:solidFill>
                  <a:srgbClr val="7F8C8D"/>
                </a:solidFill>
              </a:rPr>
              <a:t>  (2026-08-31)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https://zenn.dev/aco_dog/books/gpt-sovits-voice-training</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自分の声・権利処理済み音声からGPT-SoVITSの音声モデルを作る全工程を、実測データで解説。データ量3段階の実験記録（31秒=失敗/20分=動く/2時間=似る）、GPUなしCPU学習の工程別所要時間（計21時間）、モデルより声色を左右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3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Codexの利用枠がまたリセットされた｜何をチューニングしているのか</a:t>
            </a:r>
            <a:r>
              <a:rPr sz="900">
                <a:solidFill>
                  <a:srgbClr val="7F8C8D"/>
                </a:solidFill>
              </a:rPr>
              <a:t>  (2026-08-31)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https://qiita.com/vivinko/items/3c5f5493c2379b4774b3</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最近、Codexの利用枠が何度かリセットされています。
単なるキャンペーンだけではなく、現在は「同じ使い方なのに利用枠が想定より早く減る」問題について、Codexチームが調査・修正を続けているようです。
最近の流れ
2026年7月9日</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表データの基盤モデルGoogle TabFMが調整済みXGBoostを上回る</a:t>
            </a:r>
            <a:r>
              <a:rPr sz="900">
                <a:solidFill>
                  <a:srgbClr val="7F8C8D"/>
                </a:solidFill>
              </a:rPr>
              <a:t>  (2026-08-31)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3"/>
              </a:rPr>
              <a:t>https://zenn.dev/okssusucha/articles/20260714-google-tabfm-zero-shot-tabular-foundati…</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生成AIの波は、テキスト、画像、音声、コードと次々に既存の職人技を塗り替えてきた。その一方で、企業のデータベースやスプレッドシートに眠る「表形式データ」だけは、ほぼ手つかずで残っていた。売上予測でも与信スコアでも異常検知でも、現場で最初に手</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Gemini: 特定の Google アカウントで Web ブラウザでのみ Gemini がエラーになった事例</a:t>
            </a:r>
            <a:r>
              <a:rPr sz="900">
                <a:solidFill>
                  <a:srgbClr val="7F8C8D"/>
                </a:solidFill>
              </a:rPr>
              <a:t>  (2026-08-30)</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https://qiita.com/shrrdaisuke/items/4bac33390208d707bae2</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状況
|項目     |状況    | 
|--------|-----------|
|問題の概要 | Web ブラウザで Gemini を使用しようとすると「エラーが発生しました。しばらくしてからもう一度お試しください。」となり、使用</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Google Apps ScriptとChatGPT/Claude APIを連携する実践レシピ10選【コピペで使える】</a:t>
            </a:r>
            <a:r>
              <a:rPr sz="900">
                <a:solidFill>
                  <a:srgbClr val="7F8C8D"/>
                </a:solidFill>
              </a:rPr>
              <a:t>  (2026-08-30)</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https://zenn.dev/automate/articles/gas-ai-api-integration-10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Google Apps ScriptとChatGPT/Claude APIを連携する実践レシピ10選【コピペで使える】
GAS（Google Apps Script）とAI APIを組み合わせると、スプレッドシートやGmailが一気に「AI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facebookページが放置してたら6300人になってたのでリプレイスしてみる</a:t>
            </a:r>
            <a:r>
              <a:rPr sz="900">
                <a:solidFill>
                  <a:srgbClr val="7F8C8D"/>
                </a:solidFill>
              </a:rPr>
              <a:t>  (2026-09-02)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https://qiita.com/dockka/items/fa2e3ca09d33f8a9da5d</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マーケティングドメインの案件をしていた時の
実績作りの一環で作成したものが
フォローされているページになっていたので
リプレイしてみるかとなった。
リプレイス予定
1. 画像の差し替え
1. コンテンツサイトのリメイク
1. コンテン</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最新の動画生成ローカルAIの実力は？ ー 主要3モデル＋9モデル徹底検証(検証動画あり)</a:t>
            </a:r>
            <a:r>
              <a:rPr sz="900">
                <a:solidFill>
                  <a:srgbClr val="7F8C8D"/>
                </a:solidFill>
              </a:rPr>
              <a:t>  (2026-09-01)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3"/>
              </a:rPr>
              <a:t>https://zenn.dev/taka4/articles/1ff69091c5dbb6</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こんにちは。おっぴー@AI推進です。
「動画生成ローカルAI、本当にどこまでできるのか？」——最近のクラウドサービスではかなり高品質なものが出力されますがローカル環境でどこまで出来るかが気になって、手元のMacBook Pro（Apple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第5回：クラスタリングを「似ているもの同士で分ける方法」として理解する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https://qiita.com/yoshisen/items/60066d048cc2e7bf71cf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AIイラスト生成サイト、おすすめは？複雑だったアニメ絵制作がブラウザで完結する時代</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https://qiita.com/Sato-310/items/beb48b29423ce9805d53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「キャッシュ読出がトークンの81倍」はコストの話ではなかった — 課金の3分の1は書込で、同じ内容を平均3.7回書いていた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https://qiita.com/Tsutomu_eng/items/b06b54bc97e49f8965eb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No Free Lunch Theoremとは何か ― 万能アルゴリズム、帰納バイアス、ビジネスでの誤用まで</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https://qiita.com/rhemmi/items/354ca7c1a465675f66d6</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AIレコメンドシステム入門：ユーザー行動データからコンテンツ推薦を設計する方法</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https://qiita.com/jiliphilti/items/6f84f7f4ea0341cfad38</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26-08-31</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https://qiita.com/masykot582/items/401b56ecf4d0ff58d3f5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COBOL→Java移行で本当に難しいのは「コード変換」ではない：レガシーモダナイゼーションで外せない5つの論点</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https://qiita.com/mennt/items/beb1318fb9e9f5bbb7d7</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LLMベンチマークをPythonで分解する：設問群の偏り</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https://qiita.com/hironakamura_ai/items/bee9bfe99b804e940a87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【第 2 回】音声対話 AI プロダクトの月額コストを試算する：LLM</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https://qiita.com/maikitakeda_persol/items/95eacfeaaff376c29288</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性能2倍で値段はそのまま! Claude Fable 5.1は何が変わったのか?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https://qiita.com/nolanlover0527/items/1c95e374a543ff357c13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My Claude.md</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https://lws.io/blog/claude-dot-md/</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Show HN: 1Dial, an AI you can call/Text to get real-world tasks done</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https://www.1dial.ai/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Causal Attention, Linear Attention, Mamba2, Gated-DeltaNet の原理のまとめ</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https://qiita.com/Nyysyyan/items/962fb3fcc49d78cad874</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 Fable 5.1、Low effortで前世代maxと同等に。公式発表の要点をまとめて読み解いた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https://zenn.dev/eques_blog/articles/4872d0e1da4f9c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ローカルLLMファインチューニングの泥沼を回避するFail-Fastアーキテクチャ</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https://qiita.com/TOAI/items/87be7bf37f0705147ed0</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AIを褒めると性能は上がるのか？――文脈・メモリ・重み更新・RLHFを分けて考える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https://zenn.dev/c_a_p_engineer/articles/praising-ai-context-memory-rlhf</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EVO-X2（Ryzen AI Max+ 395 / 128GB）でQwen3.8-Flash-Nextを高速化した話。n_cpu_moeを調整したら…</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https://qiita.com/ariera/items/61df93de01079a5e62ab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ローカルLLMのVRAM見積もりと量子化：手持ちのGPUで何Bまで動くか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https://qiita.com/tudou527/items/db075cc0f3924f416fc9</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7</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https://qiita.com/maskot1977/items/93e5b63cbf52c425459e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The efficient frontier of LLM inference</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https://www.baseten.co/blog/the-efficient-frontier-of-llm-inference/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WSL(Ubuntu)でLinux×Javaのシンプルなじゃんけんゲームを作る Day4～勝敗判定と手の名前を表示～</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https://qiita.com/ohden_indie/items/6bb0d30d13a44ec2d793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Codexの5時間枠が復活、Plusでメッセージ数が最大25倍変わる仕組み</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https://zenn.dev/ainewsdaily/articles/20260830_codex_t1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知的活動とは何か――答えを出す能力ではなく、答えの出し方を変える能力から考える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https://zenn.dev/asatohan/articles/a1543f4fd5c6ef</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[VSCode / Claude] リモートサーバ上で、 VSCode 拡張の Claude がタイムアウトする ── Amazon Bedrock …</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https://qiita.com/siruku6/items/d1b1f894dd77018c7553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API の課金単位：token から PTU-hour まで 17 種類</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https://qiita.com/Synthorai/items/393badf192243df1b7c1</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AIを利用して開発する上で絶対に必要なこととAIにある確実な限界</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https://zenn.dev/xmichinokux/articles/55474b4728fef6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「本音で」では抜けない安全域。AIに『最悪案』を出させる脱抑制プロンプトを試した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https://zenn.dev/every_ai_recipe/articles/ai-worst-idea-cost-cutting</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Show HN: HN Match Maker – Matching "Who Wants to Be Hired?" With "Who's Hir…</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https://hnmatchmaker.com/</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大規模言語モデル（LLM）を端末で動かす無料の高校数学AIアプリを開発した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https://zenn.dev/ai_chi/articles/cee2081ac9255a</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AIに有利な世代が教えない、AIの使い方と"思考のOS"</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https://zenn.dev/leading_ai/books/what-they-wont-teach-you</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The ChatGPT/Codex app bundles a full copy of LibreOffice</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https://simonwillison.net/2026/Sep/1/codex-libreoffice/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【検証】1000サイトでWebスクレイピング精度とコストを比較してみた（BeautifulSoup vs Playwright vs Scraping…</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https://qiita.com/tripathi_ha/items/11041620abdffe09dd65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fallback が生まれた瞬間に aborted になる：LLM ストリームの AbortSignal は二層いる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https://qiita.com/Karentia/items/0cbb4b302b5f33e78253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Claude Fable 5.1 and Claude Mythos 5.1</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https://www.anthropic.com/claude-fable-and-mythos-5-1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第4回：決定木を「質問を重ねる分類器」として理解する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https://qiita.com/yoshisen/items/1747ef0ecac076833d25</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第3回：ロジスティック回帰を「確率で分類する仕組み」として理解する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https://qiita.com/yoshisen/items/7def46321ce854de22d7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【思考実験ログ】AIは「曖昧な常識」をどう定義・解釈するのか？（4つのLLM比較検証）</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https://qiita.com/hypatia_AH1033/items/2a002f2dd5e8f850cbe3</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再学習なしでGGUFの巨大な語彙を半分近くまで剪定した話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https://zenn.dev/cardy0828/articles/pruning-large-gguf-tokenizer-vocab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GPT-2-likeからQwen2-likeへの実験：第1回 LayerNormをRMSNormに変える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https://zenn.dev/yyamamot/articles/gpt2-to-qwen2-01-rmsnorm</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CMP 170HX（PCIe x16改造品）の動作確認とQwen3.8-27B W4A16の推論速度測定</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https://zenn.dev/phpmyadmin/articles/cmp-170hx-x16-vllm-qwen38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長いプロンプトで大事な文を置く場所は、結局どこが正解なのか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https://zenn.dev/m2yagyu/articles/long-context-needle-position</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Exchange Online環境でのClaudeログインメールの遅延回避</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https://qiita.com/Amber7474/items/392b1b6d01c489f03dde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【前編】機械学習って何をしてるの？SageMakerで流れをまるごと体験！</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https://qiita.com/TechSpace-engineer/items/36937f935a32e37668ad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I trained a small transformer in 1.5hrs and it beats many LLMs</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https://mvakde.github.io/blog/44-on-arc-1/</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*【ポエム】 Claude トークン消費を制御する — 「長く使う」ためのコツ</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https://qiita.com/yml024/items/b1ef287eadd7f551f371</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OpenAIのTiboが語るCodexの次――Personal AGIへの収束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https://zenn.dev/piedaterre/articles/519b4355ed01c3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Omni 1.1 Flashのシーン延長: 参照は直前10秒、10秒刻みで最長40秒。360pの下書き生成とAPI価格</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https://qiita.com/quotidia/items/51b3af1b0ce17a586c6e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野党は何のためにあるのか？ ― 政権交代と政策改善から考える日本経済 : システム設計視点の行動経済学 (23)</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https://qiita.com/maskot1977/items/170b23b7b2738975f021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育てに育てたChatGPTチャットの魂を残したい</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https://zenn.dev/simontan/articles/chatgpt-current-state-handoff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【初心者向け】AIは「組み合わせ」で覚醒する。未経験からの学習を加速させる「マルチAI運用」術</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https://qiita.com/chuandujiusi/items/781ffc1ba6b0c5aafd58</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 Cloud Professional Cloud Architectの勉強方法を改めて整理してみた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https://qiita.com/orangist/items/812b747dcae733bbb18b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GrokBotとChatGPTのボイスモードで、購入候補の株を探してみた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https://qiita.com/koji0705/items/c177c01474c1d73e7d83</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ChatGPT・Claude・Geminiの『カスタム指示』、スコープ設計が3社で違う</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https://zenn.dev/every_ai_recipe/articles/ai-custom-instructions-3-services</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第2回：線形回帰を「まっすぐな予測」で理解する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https://qiita.com/yoshisen/items/18de4c0b3825a0da3214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第1回：モデルが「経験から学ぶ」とはどういうことか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https://qiita.com/yoshisen/items/3629c647f18419234b00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Robotics ER 2 を Colab から動かす ― 座標を返す・動画の「いつ」を答える・自分で Python を書いて読む【フィ…</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https://qiita.com/y_nakahira_prompt-x/items/43d0065825f152017553</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11. WhisperとMultimodalで会議録・画像・動画を扱う</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https://qiita.com/bahamutra/items/c04ca48f7de566a62d23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Salesforceバージョンアップ影響調査を楽にしたい</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https://qiita.com/s-takeshi/items/c7b72d6da43bb4f03a12</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OCI Generative AIでGeminiもgpt-ossも呼べたので、7モデルの日本語力を比べてみた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https://qiita.com/Sin9_Ha/items/63b569099fc2f871ba5b</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Work上でログインが必要なサイトも操作可能に。実際にQiitaで試してみた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https://qiita.com/inoyu-qiita/items/2e2ad24275b38fe80b4b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dera AI Weekly Vol.45 — 2026/8/24</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https://qiita.com/dera_news_/items/b6a390150cebd48f6823</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dera AI Weekly Vol.46 — 2026/8/31</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https://qiita.com/dera_news_/items/afdf8838121b2b03ec6f</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Sonnet 5 vs GPT-5.6 Luna【2026年8月実測】日本語SEO記事1本あたりのコスト差$0.009と品質比較</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https://qiita.com/aimakerlab/items/c14a889ef740b9b51057</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26-08-26</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https://qiita.com/masykot582/items/1d873f9812f15a33d3b9</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DiscordでAI作成資料をWin-Winに共有｜相手はワンクリック閲覧、自分はファイルアップロード不要</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https://qiita.com/uni928/items/9c5eb6f189604b60c341</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6</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https://qiita.com/maskot1977/items/01e1ca7a9dafe9aaf2a9</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育休3か月、ChatGPTとCodexで作りまくったら自分の弱点が露呈した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https://zenn.dev/kiomatsu/articles/8ee0be988067e0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語源学習アプリのイラスト約2800枚を定額課金内で量産した2x2グリッド生成の仕組み</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https://qiita.com/emuyn/items/90499f1a48d316e682e5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Omni 1.1 Flashで動画生成を始める前に知っておきたいこと｜料金・できないこと・最初の1本の作り方</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https://qiita.com/Takuya__/items/91e7225dd422e158821c</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大人用です。2006年算数オ◯◯◯◯ク◯◯◯◯◯「【小学生が解く超難問】大人でも解けない算数オ◯◯◯◯クの図形問題に挑戦！【ひらめく？】」様を、計算は…</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https://qiita.com/mrrclb48z/items/22e7000501d6dbc43b9a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リアルタイム画面共有でGeminiと会話する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https://qiita.com/watar-wythrg/items/e86f3a81e138596d1b78</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いつも私の文章に文句を言う人間を、今日は私がレビューする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https://zenn.dev/tofu575/articles/294daab948892f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【技術解説】【完全ガイド】楽天証券の自動売買をPythonで実現する方法と注意点</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https://qiita.com/sugarfree/items/f50b49a733624a964fef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Databricks Certified Machine Learning Professional 合格体験記</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https://zenn.dev/candnaka/articles/1e2492ab52850a</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ML実務力を段階的に鍛える技術書4選</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https://qiita.com/koukyo/items/3ac2eaca7ed3cab83a15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Databricks Certified Machine Learning Associate 合格体験記</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https://zenn.dev/candnaka/articles/a6d5d109a3e3dd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知識ゼロからLLMを自作するまでの日本語教材を書いた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https://zenn.dev/thirtypower/articles/llm-jisaku-guide-intro</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気軽にはじめる LLM 自作入門</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https://zenn.dev/thirtypower/books/kgr-llm-guide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Go と Plus のどちらを払うべきか：4本のレビューを突き合わせて分かったこと</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https://zenn.dev/videostance/articles/703bb66b631238</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GitHubから自分を読み直すAI「綴理」です</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https://zenn.dev/c_a_p_engineer/articles/hello-tsuzuri</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ChatGPTの「カスタム指示」に要注意？  Web版／デスクトップ版、Chat／Work／Codexで検証</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https://zenn.dev/h4m4chi/articles/db5b3478bd7c00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AI文章を整えるSkill「teire」を作ってみた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https://qiita.com/HN6039940/items/e794b2340a113c85fd1d</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 vs ChatGPT 2026：深い文章と万能ツールキット、どちらを選ぶか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https://zenn.dev/videostance/articles/fdcc6015e6108f</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Enterprise環境でChatGPTの音声モードをTeams会議に「召喚」して会議に参加してもらう方法</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https://zenn.dev/acntechjp/articles/433b7375dcbaea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プロンプト設計はもう不要か？ Claude・GPT・Geminiに「目的を言わずに」要約させてみた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https://zenn.dev/shiomusubi/articles/9c1f76b843b525</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AI用ドキュメントと開発者用ドキュメントの混在問題を解決する — copilot-instructions 導入時の課題と段階的な運用開始方法</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https://qiita.com/h-nasu/items/5634ceb0619b37ef7f98</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ファインチューニング比較検証　--ジャンルの異なる学習データを使った時、モデル応答に違いが見られるか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https://zenn.dev/sapolas/articles/45a3a1456e1dfb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監査プロンプトをAIツール別に持つのをやめた。10本を対象別3本へ統合した設計</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https://qiita.com/ishizakahiroshi/items/a7065348ad7ca46ca521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画像生成・動画生成のプロンプトを再現可能にする設計</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https://qiita.com/mapmc/items/a37fb37d869aa657e300</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向けの指示を構造化して管理</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https://qiita.com/h-nasu/items/d0b2601bb179a6cdd5eb</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https://zenn.dev/todesking/articles/d23fd40b319388</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コラム：ペルソナプロンプトの箱庭設計とは</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https://qiita.com/otoyo0318/items/411f8f3d4813f66c3af9</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https://qiita.com/Skillsheet-Port/items/0ea38eeebb9b94dc708e</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https://qiita.com/ramutarafarm/items/3625867c29a869e9f94d</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https://qiita.com/Rapls/items/8acc4aa395b04c184e96</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https://qiita.com/Skillsheet-Port/items/4cd692961ed03421b794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https://zenn.dev/jinfuroi/articles/b2e3c2c66f7d74</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https://qiita.com/masa1113/items/a5093e0c5cd81ff56e10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https://zenn.dev/hajimeteradio3/articles/c710f3020097ae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https://zenn.dev/jinfuroi/articles/f5ee4abc096810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https://zenn.dev/sapolas/articles/7e36aca3347e06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